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sldIdLst>
    <p:sldId id="256" r:id="rId5"/>
    <p:sldId id="257" r:id="rId6"/>
    <p:sldId id="258" r:id="rId7"/>
  </p:sldIdLst>
  <p:sldSz cx="9601200" cy="12801600" type="A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976ACA7-2849-6B43-AD52-A2120D8AE467}" v="2" dt="2025-11-28T15:21:21.81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7"/>
    <p:restoredTop sz="94747"/>
  </p:normalViewPr>
  <p:slideViewPr>
    <p:cSldViewPr snapToGrid="0">
      <p:cViewPr>
        <p:scale>
          <a:sx n="145" d="100"/>
          <a:sy n="145" d="100"/>
        </p:scale>
        <p:origin x="496" y="-2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13" Type="http://schemas.microsoft.com/office/2015/10/relationships/revisionInfo" Target="revisionInfo.xml"/><Relationship Id="rId3" Type="http://schemas.openxmlformats.org/officeDocument/2006/relationships/customXml" Target="../customXml/item3.xml"/><Relationship Id="rId7" Type="http://schemas.openxmlformats.org/officeDocument/2006/relationships/slide" Target="slides/slide3.xml"/><Relationship Id="rId12" Type="http://schemas.microsoft.com/office/2016/11/relationships/changesInfo" Target="changesInfos/changesInfo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enkata Penmetsa" userId="fb136f3b-4b0a-4b9a-88c4-9108679710cc" providerId="ADAL" clId="{5D1D206D-8F09-5220-B39A-2253563CE29E}"/>
    <pc:docChg chg="custSel modSld">
      <pc:chgData name="Venkata Penmetsa" userId="fb136f3b-4b0a-4b9a-88c4-9108679710cc" providerId="ADAL" clId="{5D1D206D-8F09-5220-B39A-2253563CE29E}" dt="2025-11-28T15:21:30.487" v="668" actId="20577"/>
      <pc:docMkLst>
        <pc:docMk/>
      </pc:docMkLst>
      <pc:sldChg chg="modSp mod">
        <pc:chgData name="Venkata Penmetsa" userId="fb136f3b-4b0a-4b9a-88c4-9108679710cc" providerId="ADAL" clId="{5D1D206D-8F09-5220-B39A-2253563CE29E}" dt="2025-11-28T15:21:30.487" v="668" actId="20577"/>
        <pc:sldMkLst>
          <pc:docMk/>
          <pc:sldMk cId="16987582" sldId="257"/>
        </pc:sldMkLst>
        <pc:spChg chg="mod">
          <ac:chgData name="Venkata Penmetsa" userId="fb136f3b-4b0a-4b9a-88c4-9108679710cc" providerId="ADAL" clId="{5D1D206D-8F09-5220-B39A-2253563CE29E}" dt="2025-11-28T15:21:21.809" v="664" actId="167"/>
          <ac:spMkLst>
            <pc:docMk/>
            <pc:sldMk cId="16987582" sldId="257"/>
            <ac:spMk id="14" creationId="{720648D2-2C2F-D4B7-A939-01723E5AA434}"/>
          </ac:spMkLst>
        </pc:spChg>
        <pc:spChg chg="mod">
          <ac:chgData name="Venkata Penmetsa" userId="fb136f3b-4b0a-4b9a-88c4-9108679710cc" providerId="ADAL" clId="{5D1D206D-8F09-5220-B39A-2253563CE29E}" dt="2025-11-28T15:21:30.487" v="668" actId="20577"/>
          <ac:spMkLst>
            <pc:docMk/>
            <pc:sldMk cId="16987582" sldId="257"/>
            <ac:spMk id="16" creationId="{303339E9-D30D-6514-92CD-6CDE78311274}"/>
          </ac:spMkLst>
        </pc:spChg>
        <pc:graphicFrameChg chg="mod modGraphic">
          <ac:chgData name="Venkata Penmetsa" userId="fb136f3b-4b0a-4b9a-88c4-9108679710cc" providerId="ADAL" clId="{5D1D206D-8F09-5220-B39A-2253563CE29E}" dt="2025-11-28T15:21:15.140" v="663" actId="1076"/>
          <ac:graphicFrameMkLst>
            <pc:docMk/>
            <pc:sldMk cId="16987582" sldId="257"/>
            <ac:graphicFrameMk id="19" creationId="{F586504E-E0C4-AFDD-B446-9114711C7538}"/>
          </ac:graphicFrameMkLst>
        </pc:graphicFrame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D5957-A6EF-32E7-E3D1-1B003C9F61BD}"/>
              </a:ext>
            </a:extLst>
          </p:cNvPr>
          <p:cNvSpPr>
            <a:spLocks noGrp="1"/>
          </p:cNvSpPr>
          <p:nvPr>
            <p:ph type="ctrTitle"/>
          </p:nvPr>
        </p:nvSpPr>
        <p:spPr>
          <a:xfrm>
            <a:off x="1200150" y="2095078"/>
            <a:ext cx="7200900" cy="4456853"/>
          </a:xfrm>
        </p:spPr>
        <p:txBody>
          <a:bodyPr anchor="b"/>
          <a:lstStyle>
            <a:lvl1pPr algn="ctr">
              <a:defRPr sz="11200"/>
            </a:lvl1pPr>
          </a:lstStyle>
          <a:p>
            <a:r>
              <a:rPr lang="en-US"/>
              <a:t>Click to edit Master title style</a:t>
            </a:r>
            <a:endParaRPr lang="en-GB"/>
          </a:p>
        </p:txBody>
      </p:sp>
      <p:sp>
        <p:nvSpPr>
          <p:cNvPr id="3" name="Subtitle 2">
            <a:extLst>
              <a:ext uri="{FF2B5EF4-FFF2-40B4-BE49-F238E27FC236}">
                <a16:creationId xmlns:a16="http://schemas.microsoft.com/office/drawing/2014/main" id="{E3825EEC-0A7C-154A-78AF-21307B34CF47}"/>
              </a:ext>
            </a:extLst>
          </p:cNvPr>
          <p:cNvSpPr>
            <a:spLocks noGrp="1"/>
          </p:cNvSpPr>
          <p:nvPr>
            <p:ph type="subTitle" idx="1"/>
          </p:nvPr>
        </p:nvSpPr>
        <p:spPr>
          <a:xfrm>
            <a:off x="1200150" y="6723804"/>
            <a:ext cx="7200900" cy="3090756"/>
          </a:xfrm>
        </p:spPr>
        <p:txBody>
          <a:bodyPr/>
          <a:lstStyle>
            <a:lvl1pPr marL="0" indent="0" algn="ctr">
              <a:buNone/>
              <a:defRPr sz="4480"/>
            </a:lvl1pPr>
            <a:lvl2pPr marL="853455" indent="0" algn="ctr">
              <a:buNone/>
              <a:defRPr sz="3733"/>
            </a:lvl2pPr>
            <a:lvl3pPr marL="1706910" indent="0" algn="ctr">
              <a:buNone/>
              <a:defRPr sz="3360"/>
            </a:lvl3pPr>
            <a:lvl4pPr marL="2560366" indent="0" algn="ctr">
              <a:buNone/>
              <a:defRPr sz="2987"/>
            </a:lvl4pPr>
            <a:lvl5pPr marL="3413821" indent="0" algn="ctr">
              <a:buNone/>
              <a:defRPr sz="2987"/>
            </a:lvl5pPr>
            <a:lvl6pPr marL="4267276" indent="0" algn="ctr">
              <a:buNone/>
              <a:defRPr sz="2987"/>
            </a:lvl6pPr>
            <a:lvl7pPr marL="5120731" indent="0" algn="ctr">
              <a:buNone/>
              <a:defRPr sz="2987"/>
            </a:lvl7pPr>
            <a:lvl8pPr marL="5974187" indent="0" algn="ctr">
              <a:buNone/>
              <a:defRPr sz="2987"/>
            </a:lvl8pPr>
            <a:lvl9pPr marL="6827642" indent="0" algn="ctr">
              <a:buNone/>
              <a:defRPr sz="2987"/>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25F32E64-FDCA-3477-2C2F-6351F106E4A0}"/>
              </a:ext>
            </a:extLst>
          </p:cNvPr>
          <p:cNvSpPr>
            <a:spLocks noGrp="1"/>
          </p:cNvSpPr>
          <p:nvPr>
            <p:ph type="dt" sz="half" idx="10"/>
          </p:nvPr>
        </p:nvSpPr>
        <p:spPr/>
        <p:txBody>
          <a:bodyPr/>
          <a:lstStyle/>
          <a:p>
            <a:fld id="{47641A74-98BD-4B3C-827E-E8E43FD96C93}" type="datetimeFigureOut">
              <a:rPr lang="en-GB" smtClean="0"/>
              <a:t>26/11/2025</a:t>
            </a:fld>
            <a:endParaRPr lang="en-GB"/>
          </a:p>
        </p:txBody>
      </p:sp>
      <p:sp>
        <p:nvSpPr>
          <p:cNvPr id="5" name="Footer Placeholder 4">
            <a:extLst>
              <a:ext uri="{FF2B5EF4-FFF2-40B4-BE49-F238E27FC236}">
                <a16:creationId xmlns:a16="http://schemas.microsoft.com/office/drawing/2014/main" id="{5F0E7E88-14E3-DDE4-83DB-A47D688C31C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4BC03FC-2D55-6B61-A367-2D593B640668}"/>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42080403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64DFE-1C4E-BAD9-D3B4-913D786F567F}"/>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B9E0584-A067-E8B2-2ADF-8B5A138B5DA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6A90663-C45E-4197-AA0A-34B4FF7EC89A}"/>
              </a:ext>
            </a:extLst>
          </p:cNvPr>
          <p:cNvSpPr>
            <a:spLocks noGrp="1"/>
          </p:cNvSpPr>
          <p:nvPr>
            <p:ph type="dt" sz="half" idx="10"/>
          </p:nvPr>
        </p:nvSpPr>
        <p:spPr/>
        <p:txBody>
          <a:bodyPr/>
          <a:lstStyle/>
          <a:p>
            <a:fld id="{47641A74-98BD-4B3C-827E-E8E43FD96C93}" type="datetimeFigureOut">
              <a:rPr lang="en-GB" smtClean="0"/>
              <a:t>26/11/2025</a:t>
            </a:fld>
            <a:endParaRPr lang="en-GB"/>
          </a:p>
        </p:txBody>
      </p:sp>
      <p:sp>
        <p:nvSpPr>
          <p:cNvPr id="5" name="Footer Placeholder 4">
            <a:extLst>
              <a:ext uri="{FF2B5EF4-FFF2-40B4-BE49-F238E27FC236}">
                <a16:creationId xmlns:a16="http://schemas.microsoft.com/office/drawing/2014/main" id="{AA71D409-2079-EBFB-DA3C-969592ECA96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14A8983-65A7-BE7A-3ECB-60F797C9CACC}"/>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24520014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FCD998-78BB-45C0-DC77-BFEB31D88B88}"/>
              </a:ext>
            </a:extLst>
          </p:cNvPr>
          <p:cNvSpPr>
            <a:spLocks noGrp="1"/>
          </p:cNvSpPr>
          <p:nvPr>
            <p:ph type="title"/>
          </p:nvPr>
        </p:nvSpPr>
        <p:spPr>
          <a:xfrm>
            <a:off x="655082" y="3191512"/>
            <a:ext cx="8281035" cy="5325109"/>
          </a:xfrm>
        </p:spPr>
        <p:txBody>
          <a:bodyPr anchor="b"/>
          <a:lstStyle>
            <a:lvl1pPr>
              <a:defRPr sz="112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4927812D-600D-7B2D-69A4-F680EBB7A2CC}"/>
              </a:ext>
            </a:extLst>
          </p:cNvPr>
          <p:cNvSpPr>
            <a:spLocks noGrp="1"/>
          </p:cNvSpPr>
          <p:nvPr>
            <p:ph type="body" idx="1"/>
          </p:nvPr>
        </p:nvSpPr>
        <p:spPr>
          <a:xfrm>
            <a:off x="655082" y="8566999"/>
            <a:ext cx="8281035" cy="2800349"/>
          </a:xfrm>
        </p:spPr>
        <p:txBody>
          <a:bodyPr/>
          <a:lstStyle>
            <a:lvl1pPr marL="0" indent="0">
              <a:buNone/>
              <a:defRPr sz="4480">
                <a:solidFill>
                  <a:schemeClr val="tx1">
                    <a:tint val="75000"/>
                  </a:schemeClr>
                </a:solidFill>
              </a:defRPr>
            </a:lvl1pPr>
            <a:lvl2pPr marL="853455" indent="0">
              <a:buNone/>
              <a:defRPr sz="3733">
                <a:solidFill>
                  <a:schemeClr val="tx1">
                    <a:tint val="75000"/>
                  </a:schemeClr>
                </a:solidFill>
              </a:defRPr>
            </a:lvl2pPr>
            <a:lvl3pPr marL="1706910" indent="0">
              <a:buNone/>
              <a:defRPr sz="3360">
                <a:solidFill>
                  <a:schemeClr val="tx1">
                    <a:tint val="75000"/>
                  </a:schemeClr>
                </a:solidFill>
              </a:defRPr>
            </a:lvl3pPr>
            <a:lvl4pPr marL="2560366" indent="0">
              <a:buNone/>
              <a:defRPr sz="2987">
                <a:solidFill>
                  <a:schemeClr val="tx1">
                    <a:tint val="75000"/>
                  </a:schemeClr>
                </a:solidFill>
              </a:defRPr>
            </a:lvl4pPr>
            <a:lvl5pPr marL="3413821" indent="0">
              <a:buNone/>
              <a:defRPr sz="2987">
                <a:solidFill>
                  <a:schemeClr val="tx1">
                    <a:tint val="75000"/>
                  </a:schemeClr>
                </a:solidFill>
              </a:defRPr>
            </a:lvl5pPr>
            <a:lvl6pPr marL="4267276" indent="0">
              <a:buNone/>
              <a:defRPr sz="2987">
                <a:solidFill>
                  <a:schemeClr val="tx1">
                    <a:tint val="75000"/>
                  </a:schemeClr>
                </a:solidFill>
              </a:defRPr>
            </a:lvl6pPr>
            <a:lvl7pPr marL="5120731" indent="0">
              <a:buNone/>
              <a:defRPr sz="2987">
                <a:solidFill>
                  <a:schemeClr val="tx1">
                    <a:tint val="75000"/>
                  </a:schemeClr>
                </a:solidFill>
              </a:defRPr>
            </a:lvl7pPr>
            <a:lvl8pPr marL="5974187" indent="0">
              <a:buNone/>
              <a:defRPr sz="2987">
                <a:solidFill>
                  <a:schemeClr val="tx1">
                    <a:tint val="75000"/>
                  </a:schemeClr>
                </a:solidFill>
              </a:defRPr>
            </a:lvl8pPr>
            <a:lvl9pPr marL="6827642" indent="0">
              <a:buNone/>
              <a:defRPr sz="2987">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1A42C1A-1D43-FD79-27DC-0F688D9BEE95}"/>
              </a:ext>
            </a:extLst>
          </p:cNvPr>
          <p:cNvSpPr>
            <a:spLocks noGrp="1"/>
          </p:cNvSpPr>
          <p:nvPr>
            <p:ph type="dt" sz="half" idx="10"/>
          </p:nvPr>
        </p:nvSpPr>
        <p:spPr/>
        <p:txBody>
          <a:bodyPr/>
          <a:lstStyle/>
          <a:p>
            <a:fld id="{47641A74-98BD-4B3C-827E-E8E43FD96C93}" type="datetimeFigureOut">
              <a:rPr lang="en-GB" smtClean="0"/>
              <a:t>26/11/2025</a:t>
            </a:fld>
            <a:endParaRPr lang="en-GB"/>
          </a:p>
        </p:txBody>
      </p:sp>
      <p:sp>
        <p:nvSpPr>
          <p:cNvPr id="5" name="Footer Placeholder 4">
            <a:extLst>
              <a:ext uri="{FF2B5EF4-FFF2-40B4-BE49-F238E27FC236}">
                <a16:creationId xmlns:a16="http://schemas.microsoft.com/office/drawing/2014/main" id="{C5003866-6470-3D4A-38A7-21AF758C6C5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F6F41C7-6E95-5BAF-A838-B73FC74B464A}"/>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10585195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E75D1E-3E39-8C74-2CFE-E9F426D6FF9B}"/>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6384DC3-52C3-DA95-4ED9-F089E646D969}"/>
              </a:ext>
            </a:extLst>
          </p:cNvPr>
          <p:cNvSpPr>
            <a:spLocks noGrp="1"/>
          </p:cNvSpPr>
          <p:nvPr>
            <p:ph sz="half" idx="1"/>
          </p:nvPr>
        </p:nvSpPr>
        <p:spPr>
          <a:xfrm>
            <a:off x="660083" y="3407833"/>
            <a:ext cx="4080510" cy="81224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333F7AE-7948-6C06-5E53-C0B84A456129}"/>
              </a:ext>
            </a:extLst>
          </p:cNvPr>
          <p:cNvSpPr>
            <a:spLocks noGrp="1"/>
          </p:cNvSpPr>
          <p:nvPr>
            <p:ph sz="half" idx="2"/>
          </p:nvPr>
        </p:nvSpPr>
        <p:spPr>
          <a:xfrm>
            <a:off x="4860608" y="3407833"/>
            <a:ext cx="4080510" cy="81224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91209914-CFA9-9D6C-9AD7-64D2B8C22830}"/>
              </a:ext>
            </a:extLst>
          </p:cNvPr>
          <p:cNvSpPr>
            <a:spLocks noGrp="1"/>
          </p:cNvSpPr>
          <p:nvPr>
            <p:ph type="dt" sz="half" idx="10"/>
          </p:nvPr>
        </p:nvSpPr>
        <p:spPr/>
        <p:txBody>
          <a:bodyPr/>
          <a:lstStyle/>
          <a:p>
            <a:fld id="{47641A74-98BD-4B3C-827E-E8E43FD96C93}" type="datetimeFigureOut">
              <a:rPr lang="en-GB" smtClean="0"/>
              <a:t>26/11/2025</a:t>
            </a:fld>
            <a:endParaRPr lang="en-GB"/>
          </a:p>
        </p:txBody>
      </p:sp>
      <p:sp>
        <p:nvSpPr>
          <p:cNvPr id="6" name="Footer Placeholder 5">
            <a:extLst>
              <a:ext uri="{FF2B5EF4-FFF2-40B4-BE49-F238E27FC236}">
                <a16:creationId xmlns:a16="http://schemas.microsoft.com/office/drawing/2014/main" id="{FAA3A4E8-A471-C661-4D2B-1C50B9803F6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5EED025-15FD-E1A6-D3D1-DAB417877C77}"/>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40209251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139F92-4706-3DDC-7BA6-907307250544}"/>
              </a:ext>
            </a:extLst>
          </p:cNvPr>
          <p:cNvSpPr>
            <a:spLocks noGrp="1"/>
          </p:cNvSpPr>
          <p:nvPr>
            <p:ph type="title"/>
          </p:nvPr>
        </p:nvSpPr>
        <p:spPr>
          <a:xfrm>
            <a:off x="661333" y="681568"/>
            <a:ext cx="8281035" cy="2474384"/>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612E1805-710E-6EE8-72D2-7E35549937A1}"/>
              </a:ext>
            </a:extLst>
          </p:cNvPr>
          <p:cNvSpPr>
            <a:spLocks noGrp="1"/>
          </p:cNvSpPr>
          <p:nvPr>
            <p:ph type="body" idx="1"/>
          </p:nvPr>
        </p:nvSpPr>
        <p:spPr>
          <a:xfrm>
            <a:off x="661334" y="3138171"/>
            <a:ext cx="4061757" cy="1537969"/>
          </a:xfrm>
        </p:spPr>
        <p:txBody>
          <a:bodyPr anchor="b"/>
          <a:lstStyle>
            <a:lvl1pPr marL="0" indent="0">
              <a:buNone/>
              <a:defRPr sz="4480" b="1"/>
            </a:lvl1pPr>
            <a:lvl2pPr marL="853455" indent="0">
              <a:buNone/>
              <a:defRPr sz="3733" b="1"/>
            </a:lvl2pPr>
            <a:lvl3pPr marL="1706910" indent="0">
              <a:buNone/>
              <a:defRPr sz="3360" b="1"/>
            </a:lvl3pPr>
            <a:lvl4pPr marL="2560366" indent="0">
              <a:buNone/>
              <a:defRPr sz="2987" b="1"/>
            </a:lvl4pPr>
            <a:lvl5pPr marL="3413821" indent="0">
              <a:buNone/>
              <a:defRPr sz="2987" b="1"/>
            </a:lvl5pPr>
            <a:lvl6pPr marL="4267276" indent="0">
              <a:buNone/>
              <a:defRPr sz="2987" b="1"/>
            </a:lvl6pPr>
            <a:lvl7pPr marL="5120731" indent="0">
              <a:buNone/>
              <a:defRPr sz="2987" b="1"/>
            </a:lvl7pPr>
            <a:lvl8pPr marL="5974187" indent="0">
              <a:buNone/>
              <a:defRPr sz="2987" b="1"/>
            </a:lvl8pPr>
            <a:lvl9pPr marL="6827642" indent="0">
              <a:buNone/>
              <a:defRPr sz="2987" b="1"/>
            </a:lvl9pPr>
          </a:lstStyle>
          <a:p>
            <a:pPr lvl="0"/>
            <a:r>
              <a:rPr lang="en-US"/>
              <a:t>Click to edit Master text styles</a:t>
            </a:r>
          </a:p>
        </p:txBody>
      </p:sp>
      <p:sp>
        <p:nvSpPr>
          <p:cNvPr id="4" name="Content Placeholder 3">
            <a:extLst>
              <a:ext uri="{FF2B5EF4-FFF2-40B4-BE49-F238E27FC236}">
                <a16:creationId xmlns:a16="http://schemas.microsoft.com/office/drawing/2014/main" id="{3074222E-79C4-C13E-F7DA-7A265BA5D986}"/>
              </a:ext>
            </a:extLst>
          </p:cNvPr>
          <p:cNvSpPr>
            <a:spLocks noGrp="1"/>
          </p:cNvSpPr>
          <p:nvPr>
            <p:ph sz="half" idx="2"/>
          </p:nvPr>
        </p:nvSpPr>
        <p:spPr>
          <a:xfrm>
            <a:off x="661334" y="4676140"/>
            <a:ext cx="4061757" cy="68778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91C5D034-B89B-CCDE-6FB7-F6E8EA64E10C}"/>
              </a:ext>
            </a:extLst>
          </p:cNvPr>
          <p:cNvSpPr>
            <a:spLocks noGrp="1"/>
          </p:cNvSpPr>
          <p:nvPr>
            <p:ph type="body" sz="quarter" idx="3"/>
          </p:nvPr>
        </p:nvSpPr>
        <p:spPr>
          <a:xfrm>
            <a:off x="4860607" y="3138171"/>
            <a:ext cx="4081761" cy="1537969"/>
          </a:xfrm>
        </p:spPr>
        <p:txBody>
          <a:bodyPr anchor="b"/>
          <a:lstStyle>
            <a:lvl1pPr marL="0" indent="0">
              <a:buNone/>
              <a:defRPr sz="4480" b="1"/>
            </a:lvl1pPr>
            <a:lvl2pPr marL="853455" indent="0">
              <a:buNone/>
              <a:defRPr sz="3733" b="1"/>
            </a:lvl2pPr>
            <a:lvl3pPr marL="1706910" indent="0">
              <a:buNone/>
              <a:defRPr sz="3360" b="1"/>
            </a:lvl3pPr>
            <a:lvl4pPr marL="2560366" indent="0">
              <a:buNone/>
              <a:defRPr sz="2987" b="1"/>
            </a:lvl4pPr>
            <a:lvl5pPr marL="3413821" indent="0">
              <a:buNone/>
              <a:defRPr sz="2987" b="1"/>
            </a:lvl5pPr>
            <a:lvl6pPr marL="4267276" indent="0">
              <a:buNone/>
              <a:defRPr sz="2987" b="1"/>
            </a:lvl6pPr>
            <a:lvl7pPr marL="5120731" indent="0">
              <a:buNone/>
              <a:defRPr sz="2987" b="1"/>
            </a:lvl7pPr>
            <a:lvl8pPr marL="5974187" indent="0">
              <a:buNone/>
              <a:defRPr sz="2987" b="1"/>
            </a:lvl8pPr>
            <a:lvl9pPr marL="6827642" indent="0">
              <a:buNone/>
              <a:defRPr sz="2987" b="1"/>
            </a:lvl9pPr>
          </a:lstStyle>
          <a:p>
            <a:pPr lvl="0"/>
            <a:r>
              <a:rPr lang="en-US"/>
              <a:t>Click to edit Master text styles</a:t>
            </a:r>
          </a:p>
        </p:txBody>
      </p:sp>
      <p:sp>
        <p:nvSpPr>
          <p:cNvPr id="6" name="Content Placeholder 5">
            <a:extLst>
              <a:ext uri="{FF2B5EF4-FFF2-40B4-BE49-F238E27FC236}">
                <a16:creationId xmlns:a16="http://schemas.microsoft.com/office/drawing/2014/main" id="{CB137708-0F32-5EAE-16E3-5CEC2C48DDEC}"/>
              </a:ext>
            </a:extLst>
          </p:cNvPr>
          <p:cNvSpPr>
            <a:spLocks noGrp="1"/>
          </p:cNvSpPr>
          <p:nvPr>
            <p:ph sz="quarter" idx="4"/>
          </p:nvPr>
        </p:nvSpPr>
        <p:spPr>
          <a:xfrm>
            <a:off x="4860607" y="4676140"/>
            <a:ext cx="4081761" cy="68778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B3509398-9208-6CE7-B5D8-922184E484D3}"/>
              </a:ext>
            </a:extLst>
          </p:cNvPr>
          <p:cNvSpPr>
            <a:spLocks noGrp="1"/>
          </p:cNvSpPr>
          <p:nvPr>
            <p:ph type="dt" sz="half" idx="10"/>
          </p:nvPr>
        </p:nvSpPr>
        <p:spPr/>
        <p:txBody>
          <a:bodyPr/>
          <a:lstStyle/>
          <a:p>
            <a:fld id="{47641A74-98BD-4B3C-827E-E8E43FD96C93}" type="datetimeFigureOut">
              <a:rPr lang="en-GB" smtClean="0"/>
              <a:t>26/11/2025</a:t>
            </a:fld>
            <a:endParaRPr lang="en-GB"/>
          </a:p>
        </p:txBody>
      </p:sp>
      <p:sp>
        <p:nvSpPr>
          <p:cNvPr id="8" name="Footer Placeholder 7">
            <a:extLst>
              <a:ext uri="{FF2B5EF4-FFF2-40B4-BE49-F238E27FC236}">
                <a16:creationId xmlns:a16="http://schemas.microsoft.com/office/drawing/2014/main" id="{17FCADD5-DD6F-640A-A2AC-6FCEB414556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D906E592-D0B8-9C85-06A0-398F62216259}"/>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34479132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AF9798-5B85-A4F2-E101-1121C3F94952}"/>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CCF1F383-63DE-D0B8-8856-624481017098}"/>
              </a:ext>
            </a:extLst>
          </p:cNvPr>
          <p:cNvSpPr>
            <a:spLocks noGrp="1"/>
          </p:cNvSpPr>
          <p:nvPr>
            <p:ph type="dt" sz="half" idx="10"/>
          </p:nvPr>
        </p:nvSpPr>
        <p:spPr/>
        <p:txBody>
          <a:bodyPr/>
          <a:lstStyle/>
          <a:p>
            <a:fld id="{47641A74-98BD-4B3C-827E-E8E43FD96C93}" type="datetimeFigureOut">
              <a:rPr lang="en-GB" smtClean="0"/>
              <a:t>26/11/2025</a:t>
            </a:fld>
            <a:endParaRPr lang="en-GB"/>
          </a:p>
        </p:txBody>
      </p:sp>
      <p:sp>
        <p:nvSpPr>
          <p:cNvPr id="4" name="Footer Placeholder 3">
            <a:extLst>
              <a:ext uri="{FF2B5EF4-FFF2-40B4-BE49-F238E27FC236}">
                <a16:creationId xmlns:a16="http://schemas.microsoft.com/office/drawing/2014/main" id="{F514E45E-B824-F49A-D550-DFBBC2360D6D}"/>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D4DA846F-17E7-5BAF-65E8-E18B1D8235C5}"/>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38672240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AEA2AD3-BC1E-9021-B75C-7BB7BBA930D4}"/>
              </a:ext>
            </a:extLst>
          </p:cNvPr>
          <p:cNvSpPr>
            <a:spLocks noGrp="1"/>
          </p:cNvSpPr>
          <p:nvPr>
            <p:ph type="dt" sz="half" idx="10"/>
          </p:nvPr>
        </p:nvSpPr>
        <p:spPr/>
        <p:txBody>
          <a:bodyPr/>
          <a:lstStyle/>
          <a:p>
            <a:fld id="{47641A74-98BD-4B3C-827E-E8E43FD96C93}" type="datetimeFigureOut">
              <a:rPr lang="en-GB" smtClean="0"/>
              <a:t>26/11/2025</a:t>
            </a:fld>
            <a:endParaRPr lang="en-GB"/>
          </a:p>
        </p:txBody>
      </p:sp>
      <p:sp>
        <p:nvSpPr>
          <p:cNvPr id="3" name="Footer Placeholder 2">
            <a:extLst>
              <a:ext uri="{FF2B5EF4-FFF2-40B4-BE49-F238E27FC236}">
                <a16:creationId xmlns:a16="http://schemas.microsoft.com/office/drawing/2014/main" id="{3D601FD4-959E-CE8B-CAD5-C29DF791AB7E}"/>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3CE5199D-9EFE-4D3A-F830-FDE667B914E3}"/>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12007072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C2A318-38E3-4775-8C91-13BCC817BF4A}"/>
              </a:ext>
            </a:extLst>
          </p:cNvPr>
          <p:cNvSpPr>
            <a:spLocks noGrp="1"/>
          </p:cNvSpPr>
          <p:nvPr>
            <p:ph type="title"/>
          </p:nvPr>
        </p:nvSpPr>
        <p:spPr>
          <a:xfrm>
            <a:off x="661333" y="853440"/>
            <a:ext cx="3096637" cy="2987040"/>
          </a:xfrm>
        </p:spPr>
        <p:txBody>
          <a:bodyPr anchor="b"/>
          <a:lstStyle>
            <a:lvl1pPr>
              <a:defRPr sz="5973"/>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77E83DCD-037A-8390-B751-90536D891278}"/>
              </a:ext>
            </a:extLst>
          </p:cNvPr>
          <p:cNvSpPr>
            <a:spLocks noGrp="1"/>
          </p:cNvSpPr>
          <p:nvPr>
            <p:ph idx="1"/>
          </p:nvPr>
        </p:nvSpPr>
        <p:spPr>
          <a:xfrm>
            <a:off x="4081760" y="1843194"/>
            <a:ext cx="4860608" cy="9097433"/>
          </a:xfrm>
        </p:spPr>
        <p:txBody>
          <a:bodyPr/>
          <a:lstStyle>
            <a:lvl1pPr>
              <a:defRPr sz="5973"/>
            </a:lvl1pPr>
            <a:lvl2pPr>
              <a:defRPr sz="5227"/>
            </a:lvl2pPr>
            <a:lvl3pPr>
              <a:defRPr sz="4480"/>
            </a:lvl3pPr>
            <a:lvl4pPr>
              <a:defRPr sz="3733"/>
            </a:lvl4pPr>
            <a:lvl5pPr>
              <a:defRPr sz="3733"/>
            </a:lvl5pPr>
            <a:lvl6pPr>
              <a:defRPr sz="3733"/>
            </a:lvl6pPr>
            <a:lvl7pPr>
              <a:defRPr sz="3733"/>
            </a:lvl7pPr>
            <a:lvl8pPr>
              <a:defRPr sz="3733"/>
            </a:lvl8pPr>
            <a:lvl9pPr>
              <a:defRPr sz="37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5575D34-C1AA-27C9-3C46-0D6DD3484AF7}"/>
              </a:ext>
            </a:extLst>
          </p:cNvPr>
          <p:cNvSpPr>
            <a:spLocks noGrp="1"/>
          </p:cNvSpPr>
          <p:nvPr>
            <p:ph type="body" sz="half" idx="2"/>
          </p:nvPr>
        </p:nvSpPr>
        <p:spPr>
          <a:xfrm>
            <a:off x="661333" y="3840480"/>
            <a:ext cx="3096637" cy="7114964"/>
          </a:xfrm>
        </p:spPr>
        <p:txBody>
          <a:bodyPr/>
          <a:lstStyle>
            <a:lvl1pPr marL="0" indent="0">
              <a:buNone/>
              <a:defRPr sz="2987"/>
            </a:lvl1pPr>
            <a:lvl2pPr marL="853455" indent="0">
              <a:buNone/>
              <a:defRPr sz="2613"/>
            </a:lvl2pPr>
            <a:lvl3pPr marL="1706910" indent="0">
              <a:buNone/>
              <a:defRPr sz="2240"/>
            </a:lvl3pPr>
            <a:lvl4pPr marL="2560366" indent="0">
              <a:buNone/>
              <a:defRPr sz="1867"/>
            </a:lvl4pPr>
            <a:lvl5pPr marL="3413821" indent="0">
              <a:buNone/>
              <a:defRPr sz="1867"/>
            </a:lvl5pPr>
            <a:lvl6pPr marL="4267276" indent="0">
              <a:buNone/>
              <a:defRPr sz="1867"/>
            </a:lvl6pPr>
            <a:lvl7pPr marL="5120731" indent="0">
              <a:buNone/>
              <a:defRPr sz="1867"/>
            </a:lvl7pPr>
            <a:lvl8pPr marL="5974187" indent="0">
              <a:buNone/>
              <a:defRPr sz="1867"/>
            </a:lvl8pPr>
            <a:lvl9pPr marL="6827642" indent="0">
              <a:buNone/>
              <a:defRPr sz="1867"/>
            </a:lvl9pPr>
          </a:lstStyle>
          <a:p>
            <a:pPr lvl="0"/>
            <a:r>
              <a:rPr lang="en-US"/>
              <a:t>Click to edit Master text styles</a:t>
            </a:r>
          </a:p>
        </p:txBody>
      </p:sp>
      <p:sp>
        <p:nvSpPr>
          <p:cNvPr id="5" name="Date Placeholder 4">
            <a:extLst>
              <a:ext uri="{FF2B5EF4-FFF2-40B4-BE49-F238E27FC236}">
                <a16:creationId xmlns:a16="http://schemas.microsoft.com/office/drawing/2014/main" id="{52E1DB74-5801-1CA3-51E5-D0BCBA37E577}"/>
              </a:ext>
            </a:extLst>
          </p:cNvPr>
          <p:cNvSpPr>
            <a:spLocks noGrp="1"/>
          </p:cNvSpPr>
          <p:nvPr>
            <p:ph type="dt" sz="half" idx="10"/>
          </p:nvPr>
        </p:nvSpPr>
        <p:spPr/>
        <p:txBody>
          <a:bodyPr/>
          <a:lstStyle/>
          <a:p>
            <a:fld id="{47641A74-98BD-4B3C-827E-E8E43FD96C93}" type="datetimeFigureOut">
              <a:rPr lang="en-GB" smtClean="0"/>
              <a:t>26/11/2025</a:t>
            </a:fld>
            <a:endParaRPr lang="en-GB"/>
          </a:p>
        </p:txBody>
      </p:sp>
      <p:sp>
        <p:nvSpPr>
          <p:cNvPr id="6" name="Footer Placeholder 5">
            <a:extLst>
              <a:ext uri="{FF2B5EF4-FFF2-40B4-BE49-F238E27FC236}">
                <a16:creationId xmlns:a16="http://schemas.microsoft.com/office/drawing/2014/main" id="{010D4AE3-42FF-B0A6-1279-C81F30D1981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4399B40-3CC6-20CD-8709-BABE62158F0D}"/>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13341352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398D11-6676-AD97-54F8-77FB651B737E}"/>
              </a:ext>
            </a:extLst>
          </p:cNvPr>
          <p:cNvSpPr>
            <a:spLocks noGrp="1"/>
          </p:cNvSpPr>
          <p:nvPr>
            <p:ph type="title"/>
          </p:nvPr>
        </p:nvSpPr>
        <p:spPr>
          <a:xfrm>
            <a:off x="661333" y="853440"/>
            <a:ext cx="3096637" cy="2987040"/>
          </a:xfrm>
        </p:spPr>
        <p:txBody>
          <a:bodyPr anchor="b"/>
          <a:lstStyle>
            <a:lvl1pPr>
              <a:defRPr sz="5973"/>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A077260A-7003-5D76-4AD8-81E5B66EBC21}"/>
              </a:ext>
            </a:extLst>
          </p:cNvPr>
          <p:cNvSpPr>
            <a:spLocks noGrp="1"/>
          </p:cNvSpPr>
          <p:nvPr>
            <p:ph type="pic" idx="1"/>
          </p:nvPr>
        </p:nvSpPr>
        <p:spPr>
          <a:xfrm>
            <a:off x="4081760" y="1843194"/>
            <a:ext cx="4860608" cy="9097433"/>
          </a:xfrm>
        </p:spPr>
        <p:txBody>
          <a:bodyPr/>
          <a:lstStyle>
            <a:lvl1pPr marL="0" indent="0">
              <a:buNone/>
              <a:defRPr sz="5973"/>
            </a:lvl1pPr>
            <a:lvl2pPr marL="853455" indent="0">
              <a:buNone/>
              <a:defRPr sz="5227"/>
            </a:lvl2pPr>
            <a:lvl3pPr marL="1706910" indent="0">
              <a:buNone/>
              <a:defRPr sz="4480"/>
            </a:lvl3pPr>
            <a:lvl4pPr marL="2560366" indent="0">
              <a:buNone/>
              <a:defRPr sz="3733"/>
            </a:lvl4pPr>
            <a:lvl5pPr marL="3413821" indent="0">
              <a:buNone/>
              <a:defRPr sz="3733"/>
            </a:lvl5pPr>
            <a:lvl6pPr marL="4267276" indent="0">
              <a:buNone/>
              <a:defRPr sz="3733"/>
            </a:lvl6pPr>
            <a:lvl7pPr marL="5120731" indent="0">
              <a:buNone/>
              <a:defRPr sz="3733"/>
            </a:lvl7pPr>
            <a:lvl8pPr marL="5974187" indent="0">
              <a:buNone/>
              <a:defRPr sz="3733"/>
            </a:lvl8pPr>
            <a:lvl9pPr marL="6827642" indent="0">
              <a:buNone/>
              <a:defRPr sz="3733"/>
            </a:lvl9pPr>
          </a:lstStyle>
          <a:p>
            <a:endParaRPr lang="en-GB"/>
          </a:p>
        </p:txBody>
      </p:sp>
      <p:sp>
        <p:nvSpPr>
          <p:cNvPr id="4" name="Text Placeholder 3">
            <a:extLst>
              <a:ext uri="{FF2B5EF4-FFF2-40B4-BE49-F238E27FC236}">
                <a16:creationId xmlns:a16="http://schemas.microsoft.com/office/drawing/2014/main" id="{72E64FAF-1B0B-C0E4-BB4A-C8771E4BD8B7}"/>
              </a:ext>
            </a:extLst>
          </p:cNvPr>
          <p:cNvSpPr>
            <a:spLocks noGrp="1"/>
          </p:cNvSpPr>
          <p:nvPr>
            <p:ph type="body" sz="half" idx="2"/>
          </p:nvPr>
        </p:nvSpPr>
        <p:spPr>
          <a:xfrm>
            <a:off x="661333" y="3840480"/>
            <a:ext cx="3096637" cy="7114964"/>
          </a:xfrm>
        </p:spPr>
        <p:txBody>
          <a:bodyPr/>
          <a:lstStyle>
            <a:lvl1pPr marL="0" indent="0">
              <a:buNone/>
              <a:defRPr sz="2987"/>
            </a:lvl1pPr>
            <a:lvl2pPr marL="853455" indent="0">
              <a:buNone/>
              <a:defRPr sz="2613"/>
            </a:lvl2pPr>
            <a:lvl3pPr marL="1706910" indent="0">
              <a:buNone/>
              <a:defRPr sz="2240"/>
            </a:lvl3pPr>
            <a:lvl4pPr marL="2560366" indent="0">
              <a:buNone/>
              <a:defRPr sz="1867"/>
            </a:lvl4pPr>
            <a:lvl5pPr marL="3413821" indent="0">
              <a:buNone/>
              <a:defRPr sz="1867"/>
            </a:lvl5pPr>
            <a:lvl6pPr marL="4267276" indent="0">
              <a:buNone/>
              <a:defRPr sz="1867"/>
            </a:lvl6pPr>
            <a:lvl7pPr marL="5120731" indent="0">
              <a:buNone/>
              <a:defRPr sz="1867"/>
            </a:lvl7pPr>
            <a:lvl8pPr marL="5974187" indent="0">
              <a:buNone/>
              <a:defRPr sz="1867"/>
            </a:lvl8pPr>
            <a:lvl9pPr marL="6827642" indent="0">
              <a:buNone/>
              <a:defRPr sz="1867"/>
            </a:lvl9pPr>
          </a:lstStyle>
          <a:p>
            <a:pPr lvl="0"/>
            <a:r>
              <a:rPr lang="en-US"/>
              <a:t>Click to edit Master text styles</a:t>
            </a:r>
          </a:p>
        </p:txBody>
      </p:sp>
      <p:sp>
        <p:nvSpPr>
          <p:cNvPr id="5" name="Date Placeholder 4">
            <a:extLst>
              <a:ext uri="{FF2B5EF4-FFF2-40B4-BE49-F238E27FC236}">
                <a16:creationId xmlns:a16="http://schemas.microsoft.com/office/drawing/2014/main" id="{84781043-F4E0-B6B2-9B02-A39D0C61B15F}"/>
              </a:ext>
            </a:extLst>
          </p:cNvPr>
          <p:cNvSpPr>
            <a:spLocks noGrp="1"/>
          </p:cNvSpPr>
          <p:nvPr>
            <p:ph type="dt" sz="half" idx="10"/>
          </p:nvPr>
        </p:nvSpPr>
        <p:spPr/>
        <p:txBody>
          <a:bodyPr/>
          <a:lstStyle/>
          <a:p>
            <a:fld id="{47641A74-98BD-4B3C-827E-E8E43FD96C93}" type="datetimeFigureOut">
              <a:rPr lang="en-GB" smtClean="0"/>
              <a:t>26/11/2025</a:t>
            </a:fld>
            <a:endParaRPr lang="en-GB"/>
          </a:p>
        </p:txBody>
      </p:sp>
      <p:sp>
        <p:nvSpPr>
          <p:cNvPr id="6" name="Footer Placeholder 5">
            <a:extLst>
              <a:ext uri="{FF2B5EF4-FFF2-40B4-BE49-F238E27FC236}">
                <a16:creationId xmlns:a16="http://schemas.microsoft.com/office/drawing/2014/main" id="{D24F4448-4867-29B0-B381-ABD2324B4ED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2FACF4C-402B-97E5-D6F8-6282619D925D}"/>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27787314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4EB5B2-D5B0-19AC-BEB0-9D73849D3E59}"/>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406005CA-94BC-E16C-EF84-344BD073F8C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5F94088-AE02-9F42-0711-DB0AF9A0CDB3}"/>
              </a:ext>
            </a:extLst>
          </p:cNvPr>
          <p:cNvSpPr>
            <a:spLocks noGrp="1"/>
          </p:cNvSpPr>
          <p:nvPr>
            <p:ph type="dt" sz="half" idx="10"/>
          </p:nvPr>
        </p:nvSpPr>
        <p:spPr/>
        <p:txBody>
          <a:bodyPr/>
          <a:lstStyle/>
          <a:p>
            <a:fld id="{47641A74-98BD-4B3C-827E-E8E43FD96C93}" type="datetimeFigureOut">
              <a:rPr lang="en-GB" smtClean="0"/>
              <a:t>26/11/2025</a:t>
            </a:fld>
            <a:endParaRPr lang="en-GB"/>
          </a:p>
        </p:txBody>
      </p:sp>
      <p:sp>
        <p:nvSpPr>
          <p:cNvPr id="5" name="Footer Placeholder 4">
            <a:extLst>
              <a:ext uri="{FF2B5EF4-FFF2-40B4-BE49-F238E27FC236}">
                <a16:creationId xmlns:a16="http://schemas.microsoft.com/office/drawing/2014/main" id="{7FA0081D-87C2-4B1B-DDE0-CC3F00DF20B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C445E1E-A0A0-BC08-735D-62C39D971EA0}"/>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6551544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B9DBB0D-0647-BD14-ACDE-3FE29F7DAF94}"/>
              </a:ext>
            </a:extLst>
          </p:cNvPr>
          <p:cNvSpPr>
            <a:spLocks noGrp="1"/>
          </p:cNvSpPr>
          <p:nvPr>
            <p:ph type="title" orient="vert"/>
          </p:nvPr>
        </p:nvSpPr>
        <p:spPr>
          <a:xfrm>
            <a:off x="6870859" y="681567"/>
            <a:ext cx="2070259" cy="10848764"/>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91E2EB1-B200-E53F-4C09-07E4B9A25240}"/>
              </a:ext>
            </a:extLst>
          </p:cNvPr>
          <p:cNvSpPr>
            <a:spLocks noGrp="1"/>
          </p:cNvSpPr>
          <p:nvPr>
            <p:ph type="body" orient="vert" idx="1"/>
          </p:nvPr>
        </p:nvSpPr>
        <p:spPr>
          <a:xfrm>
            <a:off x="660083" y="681567"/>
            <a:ext cx="6090761" cy="1084876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E5D952A-342F-8455-302E-FD29E5066A15}"/>
              </a:ext>
            </a:extLst>
          </p:cNvPr>
          <p:cNvSpPr>
            <a:spLocks noGrp="1"/>
          </p:cNvSpPr>
          <p:nvPr>
            <p:ph type="dt" sz="half" idx="10"/>
          </p:nvPr>
        </p:nvSpPr>
        <p:spPr/>
        <p:txBody>
          <a:bodyPr/>
          <a:lstStyle/>
          <a:p>
            <a:fld id="{47641A74-98BD-4B3C-827E-E8E43FD96C93}" type="datetimeFigureOut">
              <a:rPr lang="en-GB" smtClean="0"/>
              <a:t>26/11/2025</a:t>
            </a:fld>
            <a:endParaRPr lang="en-GB"/>
          </a:p>
        </p:txBody>
      </p:sp>
      <p:sp>
        <p:nvSpPr>
          <p:cNvPr id="5" name="Footer Placeholder 4">
            <a:extLst>
              <a:ext uri="{FF2B5EF4-FFF2-40B4-BE49-F238E27FC236}">
                <a16:creationId xmlns:a16="http://schemas.microsoft.com/office/drawing/2014/main" id="{22F88315-D6D6-B195-E85D-6EE3849FE9A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E1E61F3-CA3E-E61E-9D5D-F0E721CF0231}"/>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36245053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73BBE65-6769-7B1F-8E17-8E4DEE0F5E6F}"/>
              </a:ext>
            </a:extLst>
          </p:cNvPr>
          <p:cNvSpPr>
            <a:spLocks noGrp="1"/>
          </p:cNvSpPr>
          <p:nvPr>
            <p:ph type="title"/>
          </p:nvPr>
        </p:nvSpPr>
        <p:spPr>
          <a:xfrm>
            <a:off x="660083" y="681568"/>
            <a:ext cx="8281035" cy="2474384"/>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99B3C84-1ABC-9785-51AA-DEFE5FD58DE4}"/>
              </a:ext>
            </a:extLst>
          </p:cNvPr>
          <p:cNvSpPr>
            <a:spLocks noGrp="1"/>
          </p:cNvSpPr>
          <p:nvPr>
            <p:ph type="body" idx="1"/>
          </p:nvPr>
        </p:nvSpPr>
        <p:spPr>
          <a:xfrm>
            <a:off x="660083" y="3407833"/>
            <a:ext cx="8281035" cy="812249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94952F6-A5E3-AE07-1374-AB3E6483774A}"/>
              </a:ext>
            </a:extLst>
          </p:cNvPr>
          <p:cNvSpPr>
            <a:spLocks noGrp="1"/>
          </p:cNvSpPr>
          <p:nvPr>
            <p:ph type="dt" sz="half" idx="2"/>
          </p:nvPr>
        </p:nvSpPr>
        <p:spPr>
          <a:xfrm>
            <a:off x="660083" y="11865187"/>
            <a:ext cx="2160270" cy="681567"/>
          </a:xfrm>
          <a:prstGeom prst="rect">
            <a:avLst/>
          </a:prstGeom>
        </p:spPr>
        <p:txBody>
          <a:bodyPr vert="horz" lIns="91440" tIns="45720" rIns="91440" bIns="45720" rtlCol="0" anchor="ctr"/>
          <a:lstStyle>
            <a:lvl1pPr algn="l">
              <a:defRPr sz="2240">
                <a:solidFill>
                  <a:schemeClr val="tx1">
                    <a:tint val="75000"/>
                  </a:schemeClr>
                </a:solidFill>
              </a:defRPr>
            </a:lvl1pPr>
          </a:lstStyle>
          <a:p>
            <a:fld id="{47641A74-98BD-4B3C-827E-E8E43FD96C93}" type="datetimeFigureOut">
              <a:rPr lang="en-GB" smtClean="0"/>
              <a:t>26/11/2025</a:t>
            </a:fld>
            <a:endParaRPr lang="en-GB"/>
          </a:p>
        </p:txBody>
      </p:sp>
      <p:sp>
        <p:nvSpPr>
          <p:cNvPr id="5" name="Footer Placeholder 4">
            <a:extLst>
              <a:ext uri="{FF2B5EF4-FFF2-40B4-BE49-F238E27FC236}">
                <a16:creationId xmlns:a16="http://schemas.microsoft.com/office/drawing/2014/main" id="{2DD11E92-5A95-C483-050F-E7CB60E47E38}"/>
              </a:ext>
            </a:extLst>
          </p:cNvPr>
          <p:cNvSpPr>
            <a:spLocks noGrp="1"/>
          </p:cNvSpPr>
          <p:nvPr>
            <p:ph type="ftr" sz="quarter" idx="3"/>
          </p:nvPr>
        </p:nvSpPr>
        <p:spPr>
          <a:xfrm>
            <a:off x="3180398" y="11865187"/>
            <a:ext cx="3240405" cy="681567"/>
          </a:xfrm>
          <a:prstGeom prst="rect">
            <a:avLst/>
          </a:prstGeom>
        </p:spPr>
        <p:txBody>
          <a:bodyPr vert="horz" lIns="91440" tIns="45720" rIns="91440" bIns="45720" rtlCol="0" anchor="ctr"/>
          <a:lstStyle>
            <a:lvl1pPr algn="ctr">
              <a:defRPr sz="224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A63E2AB0-37CA-182D-9940-8EDF9D524C17}"/>
              </a:ext>
            </a:extLst>
          </p:cNvPr>
          <p:cNvSpPr>
            <a:spLocks noGrp="1"/>
          </p:cNvSpPr>
          <p:nvPr>
            <p:ph type="sldNum" sz="quarter" idx="4"/>
          </p:nvPr>
        </p:nvSpPr>
        <p:spPr>
          <a:xfrm>
            <a:off x="6780848" y="11865187"/>
            <a:ext cx="2160270" cy="681567"/>
          </a:xfrm>
          <a:prstGeom prst="rect">
            <a:avLst/>
          </a:prstGeom>
        </p:spPr>
        <p:txBody>
          <a:bodyPr vert="horz" lIns="91440" tIns="45720" rIns="91440" bIns="45720" rtlCol="0" anchor="ctr"/>
          <a:lstStyle>
            <a:lvl1pPr algn="r">
              <a:defRPr sz="2240">
                <a:solidFill>
                  <a:schemeClr val="tx1">
                    <a:tint val="75000"/>
                  </a:schemeClr>
                </a:solidFill>
              </a:defRPr>
            </a:lvl1pPr>
          </a:lstStyle>
          <a:p>
            <a:fld id="{F88AA56C-1734-4119-BA56-AE67025E1ADC}" type="slidenum">
              <a:rPr lang="en-GB" smtClean="0"/>
              <a:t>‹#›</a:t>
            </a:fld>
            <a:endParaRPr lang="en-GB"/>
          </a:p>
        </p:txBody>
      </p:sp>
    </p:spTree>
    <p:extLst>
      <p:ext uri="{BB962C8B-B14F-4D97-AF65-F5344CB8AC3E}">
        <p14:creationId xmlns:p14="http://schemas.microsoft.com/office/powerpoint/2010/main" val="15274000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1706910" rtl="0" eaLnBrk="1" latinLnBrk="0" hangingPunct="1">
        <a:lnSpc>
          <a:spcPct val="90000"/>
        </a:lnSpc>
        <a:spcBef>
          <a:spcPct val="0"/>
        </a:spcBef>
        <a:buNone/>
        <a:defRPr sz="8213" kern="1200">
          <a:solidFill>
            <a:schemeClr val="tx1"/>
          </a:solidFill>
          <a:latin typeface="+mj-lt"/>
          <a:ea typeface="+mj-ea"/>
          <a:cs typeface="+mj-cs"/>
        </a:defRPr>
      </a:lvl1pPr>
    </p:titleStyle>
    <p:bodyStyle>
      <a:lvl1pPr marL="426728" indent="-426728" algn="l" defTabSz="1706910" rtl="0" eaLnBrk="1" latinLnBrk="0" hangingPunct="1">
        <a:lnSpc>
          <a:spcPct val="90000"/>
        </a:lnSpc>
        <a:spcBef>
          <a:spcPts val="1867"/>
        </a:spcBef>
        <a:buFont typeface="Arial" panose="020B0604020202020204" pitchFamily="34" charset="0"/>
        <a:buChar char="•"/>
        <a:defRPr sz="5227" kern="1200">
          <a:solidFill>
            <a:schemeClr val="tx1"/>
          </a:solidFill>
          <a:latin typeface="+mn-lt"/>
          <a:ea typeface="+mn-ea"/>
          <a:cs typeface="+mn-cs"/>
        </a:defRPr>
      </a:lvl1pPr>
      <a:lvl2pPr marL="1280183" indent="-426728" algn="l" defTabSz="1706910" rtl="0" eaLnBrk="1" latinLnBrk="0" hangingPunct="1">
        <a:lnSpc>
          <a:spcPct val="90000"/>
        </a:lnSpc>
        <a:spcBef>
          <a:spcPts val="933"/>
        </a:spcBef>
        <a:buFont typeface="Arial" panose="020B0604020202020204" pitchFamily="34" charset="0"/>
        <a:buChar char="•"/>
        <a:defRPr sz="4480" kern="1200">
          <a:solidFill>
            <a:schemeClr val="tx1"/>
          </a:solidFill>
          <a:latin typeface="+mn-lt"/>
          <a:ea typeface="+mn-ea"/>
          <a:cs typeface="+mn-cs"/>
        </a:defRPr>
      </a:lvl2pPr>
      <a:lvl3pPr marL="2133638" indent="-426728" algn="l" defTabSz="1706910" rtl="0" eaLnBrk="1" latinLnBrk="0" hangingPunct="1">
        <a:lnSpc>
          <a:spcPct val="90000"/>
        </a:lnSpc>
        <a:spcBef>
          <a:spcPts val="933"/>
        </a:spcBef>
        <a:buFont typeface="Arial" panose="020B0604020202020204" pitchFamily="34" charset="0"/>
        <a:buChar char="•"/>
        <a:defRPr sz="3733" kern="1200">
          <a:solidFill>
            <a:schemeClr val="tx1"/>
          </a:solidFill>
          <a:latin typeface="+mn-lt"/>
          <a:ea typeface="+mn-ea"/>
          <a:cs typeface="+mn-cs"/>
        </a:defRPr>
      </a:lvl3pPr>
      <a:lvl4pPr marL="2987093"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4pPr>
      <a:lvl5pPr marL="3840549"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5pPr>
      <a:lvl6pPr marL="4694004"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6pPr>
      <a:lvl7pPr marL="5547459"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7pPr>
      <a:lvl8pPr marL="6400914"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8pPr>
      <a:lvl9pPr marL="7254370"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9pPr>
    </p:bodyStyle>
    <p:otherStyle>
      <a:defPPr>
        <a:defRPr lang="en-US"/>
      </a:defPPr>
      <a:lvl1pPr marL="0" algn="l" defTabSz="1706910" rtl="0" eaLnBrk="1" latinLnBrk="0" hangingPunct="1">
        <a:defRPr sz="3360" kern="1200">
          <a:solidFill>
            <a:schemeClr val="tx1"/>
          </a:solidFill>
          <a:latin typeface="+mn-lt"/>
          <a:ea typeface="+mn-ea"/>
          <a:cs typeface="+mn-cs"/>
        </a:defRPr>
      </a:lvl1pPr>
      <a:lvl2pPr marL="853455" algn="l" defTabSz="1706910" rtl="0" eaLnBrk="1" latinLnBrk="0" hangingPunct="1">
        <a:defRPr sz="3360" kern="1200">
          <a:solidFill>
            <a:schemeClr val="tx1"/>
          </a:solidFill>
          <a:latin typeface="+mn-lt"/>
          <a:ea typeface="+mn-ea"/>
          <a:cs typeface="+mn-cs"/>
        </a:defRPr>
      </a:lvl2pPr>
      <a:lvl3pPr marL="1706910" algn="l" defTabSz="1706910" rtl="0" eaLnBrk="1" latinLnBrk="0" hangingPunct="1">
        <a:defRPr sz="3360" kern="1200">
          <a:solidFill>
            <a:schemeClr val="tx1"/>
          </a:solidFill>
          <a:latin typeface="+mn-lt"/>
          <a:ea typeface="+mn-ea"/>
          <a:cs typeface="+mn-cs"/>
        </a:defRPr>
      </a:lvl3pPr>
      <a:lvl4pPr marL="2560366" algn="l" defTabSz="1706910" rtl="0" eaLnBrk="1" latinLnBrk="0" hangingPunct="1">
        <a:defRPr sz="3360" kern="1200">
          <a:solidFill>
            <a:schemeClr val="tx1"/>
          </a:solidFill>
          <a:latin typeface="+mn-lt"/>
          <a:ea typeface="+mn-ea"/>
          <a:cs typeface="+mn-cs"/>
        </a:defRPr>
      </a:lvl4pPr>
      <a:lvl5pPr marL="3413821" algn="l" defTabSz="1706910" rtl="0" eaLnBrk="1" latinLnBrk="0" hangingPunct="1">
        <a:defRPr sz="3360" kern="1200">
          <a:solidFill>
            <a:schemeClr val="tx1"/>
          </a:solidFill>
          <a:latin typeface="+mn-lt"/>
          <a:ea typeface="+mn-ea"/>
          <a:cs typeface="+mn-cs"/>
        </a:defRPr>
      </a:lvl5pPr>
      <a:lvl6pPr marL="4267276" algn="l" defTabSz="1706910" rtl="0" eaLnBrk="1" latinLnBrk="0" hangingPunct="1">
        <a:defRPr sz="3360" kern="1200">
          <a:solidFill>
            <a:schemeClr val="tx1"/>
          </a:solidFill>
          <a:latin typeface="+mn-lt"/>
          <a:ea typeface="+mn-ea"/>
          <a:cs typeface="+mn-cs"/>
        </a:defRPr>
      </a:lvl6pPr>
      <a:lvl7pPr marL="5120731" algn="l" defTabSz="1706910" rtl="0" eaLnBrk="1" latinLnBrk="0" hangingPunct="1">
        <a:defRPr sz="3360" kern="1200">
          <a:solidFill>
            <a:schemeClr val="tx1"/>
          </a:solidFill>
          <a:latin typeface="+mn-lt"/>
          <a:ea typeface="+mn-ea"/>
          <a:cs typeface="+mn-cs"/>
        </a:defRPr>
      </a:lvl7pPr>
      <a:lvl8pPr marL="5974187" algn="l" defTabSz="1706910" rtl="0" eaLnBrk="1" latinLnBrk="0" hangingPunct="1">
        <a:defRPr sz="3360" kern="1200">
          <a:solidFill>
            <a:schemeClr val="tx1"/>
          </a:solidFill>
          <a:latin typeface="+mn-lt"/>
          <a:ea typeface="+mn-ea"/>
          <a:cs typeface="+mn-cs"/>
        </a:defRPr>
      </a:lvl8pPr>
      <a:lvl9pPr marL="6827642" algn="l" defTabSz="1706910" rtl="0" eaLnBrk="1" latinLnBrk="0" hangingPunct="1">
        <a:defRPr sz="33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4">
            <a:extLst>
              <a:ext uri="{FF2B5EF4-FFF2-40B4-BE49-F238E27FC236}">
                <a16:creationId xmlns:a16="http://schemas.microsoft.com/office/drawing/2014/main" id="{5C505450-C5E0-1B5C-6748-4D78433A1E86}"/>
              </a:ext>
            </a:extLst>
          </p:cNvPr>
          <p:cNvGraphicFramePr>
            <a:graphicFrameLocks noGrp="1"/>
          </p:cNvGraphicFramePr>
          <p:nvPr>
            <p:extLst>
              <p:ext uri="{D42A27DB-BD31-4B8C-83A1-F6EECF244321}">
                <p14:modId xmlns:p14="http://schemas.microsoft.com/office/powerpoint/2010/main" val="464972760"/>
              </p:ext>
            </p:extLst>
          </p:nvPr>
        </p:nvGraphicFramePr>
        <p:xfrm>
          <a:off x="105508" y="2251279"/>
          <a:ext cx="9311542" cy="10370819"/>
        </p:xfrm>
        <a:graphic>
          <a:graphicData uri="http://schemas.openxmlformats.org/drawingml/2006/table">
            <a:tbl>
              <a:tblPr firstRow="1" bandRow="1">
                <a:tableStyleId>{5940675A-B579-460E-94D1-54222C63F5DA}</a:tableStyleId>
              </a:tblPr>
              <a:tblGrid>
                <a:gridCol w="4695092">
                  <a:extLst>
                    <a:ext uri="{9D8B030D-6E8A-4147-A177-3AD203B41FA5}">
                      <a16:colId xmlns:a16="http://schemas.microsoft.com/office/drawing/2014/main" val="2764526960"/>
                    </a:ext>
                  </a:extLst>
                </a:gridCol>
                <a:gridCol w="4616450">
                  <a:extLst>
                    <a:ext uri="{9D8B030D-6E8A-4147-A177-3AD203B41FA5}">
                      <a16:colId xmlns:a16="http://schemas.microsoft.com/office/drawing/2014/main" val="4046254876"/>
                    </a:ext>
                  </a:extLst>
                </a:gridCol>
              </a:tblGrid>
              <a:tr h="3863030">
                <a:tc>
                  <a:txBody>
                    <a:bodyPr/>
                    <a:lstStyle/>
                    <a:p>
                      <a:r>
                        <a:rPr lang="en-GB" sz="2000" dirty="0"/>
                        <a:t>2. Project Methodology</a:t>
                      </a:r>
                    </a:p>
                    <a:p>
                      <a:pPr marL="228600" indent="-228600">
                        <a:buAutoNum type="arabicPeriod"/>
                      </a:pPr>
                      <a:r>
                        <a:rPr lang="en-GB" sz="1000" dirty="0"/>
                        <a:t>List the steps you took to carry out the project</a:t>
                      </a:r>
                    </a:p>
                    <a:p>
                      <a:pPr marL="228600" indent="-228600">
                        <a:buAutoNum type="arabicPeriod"/>
                      </a:pPr>
                      <a:r>
                        <a:rPr lang="en-GB" sz="1000" dirty="0"/>
                        <a:t>Include train/validate/test split and model selection</a:t>
                      </a:r>
                    </a:p>
                    <a:p>
                      <a:pPr marL="228600" indent="-228600">
                        <a:buAutoNum type="arabicPeriod"/>
                      </a:pPr>
                      <a:r>
                        <a:rPr lang="en-GB" sz="1000" dirty="0"/>
                        <a:t>This list should cover ALL the steps in the process</a:t>
                      </a:r>
                    </a:p>
                    <a:p>
                      <a:pPr marL="228600" indent="-228600">
                        <a:buAutoNum type="arabicPeriod"/>
                      </a:pPr>
                      <a:r>
                        <a:rPr lang="en-GB" sz="1000" dirty="0"/>
                        <a:t>…</a:t>
                      </a:r>
                    </a:p>
                    <a:p>
                      <a:pPr marL="228600" indent="-228600">
                        <a:buAutoNum type="arabicPeriod"/>
                      </a:pPr>
                      <a:r>
                        <a:rPr lang="en-GB" sz="1000" dirty="0"/>
                        <a:t>…</a:t>
                      </a:r>
                    </a:p>
                    <a:p>
                      <a:pPr marL="0" indent="0">
                        <a:buNone/>
                      </a:pPr>
                      <a:endParaRPr lang="en-GB" sz="1200" dirty="0"/>
                    </a:p>
                    <a:p>
                      <a:pPr marL="0" marR="0" lvl="0" indent="0" algn="l" defTabSz="1706910" rtl="0" eaLnBrk="1" fontAlgn="auto" latinLnBrk="0" hangingPunct="1">
                        <a:lnSpc>
                          <a:spcPct val="100000"/>
                        </a:lnSpc>
                        <a:spcBef>
                          <a:spcPts val="0"/>
                        </a:spcBef>
                        <a:spcAft>
                          <a:spcPts val="0"/>
                        </a:spcAft>
                        <a:buClrTx/>
                        <a:buSzTx/>
                        <a:buFontTx/>
                        <a:buNone/>
                        <a:tabLst/>
                        <a:defRPr/>
                      </a:pPr>
                      <a:r>
                        <a:rPr lang="en-GB" sz="2000" kern="1200" dirty="0">
                          <a:solidFill>
                            <a:schemeClr val="tx1"/>
                          </a:solidFill>
                          <a:latin typeface="+mn-lt"/>
                          <a:ea typeface="+mn-ea"/>
                          <a:cs typeface="+mn-cs"/>
                        </a:rPr>
                        <a:t>4. Data Preparation</a:t>
                      </a:r>
                    </a:p>
                    <a:p>
                      <a:pPr marL="0" indent="0">
                        <a:buNone/>
                      </a:pPr>
                      <a:r>
                        <a:rPr lang="en-GB" sz="1050" dirty="0"/>
                        <a:t>Show two histograms here. One should show the distribution of one variable before it has been cleaned. The other should show the distribution of the same variable after cleaning. Choose a variable that needs to be cleaned!!</a:t>
                      </a:r>
                    </a:p>
                    <a:p>
                      <a:pPr marL="0" indent="0">
                        <a:buNone/>
                      </a:pPr>
                      <a:endParaRPr lang="en-GB" sz="1200" dirty="0"/>
                    </a:p>
                    <a:p>
                      <a:pPr marL="0" indent="0">
                        <a:buNone/>
                      </a:pPr>
                      <a:endParaRPr lang="en-GB" sz="1200" dirty="0"/>
                    </a:p>
                    <a:p>
                      <a:pPr marL="0" indent="0">
                        <a:buNone/>
                      </a:pPr>
                      <a:endParaRPr lang="en-GB" sz="1200" dirty="0"/>
                    </a:p>
                    <a:p>
                      <a:pPr marL="0" indent="0">
                        <a:buNone/>
                      </a:pPr>
                      <a:endParaRPr lang="en-GB" sz="1200" dirty="0"/>
                    </a:p>
                    <a:p>
                      <a:pPr marL="0" indent="0">
                        <a:buNone/>
                      </a:pPr>
                      <a:endParaRPr lang="en-GB" sz="1200" dirty="0"/>
                    </a:p>
                    <a:p>
                      <a:pPr marL="0" indent="0">
                        <a:buNone/>
                      </a:pPr>
                      <a:endParaRPr lang="en-GB" sz="1200" dirty="0"/>
                    </a:p>
                    <a:p>
                      <a:pPr marL="0" indent="0">
                        <a:buNone/>
                      </a:pPr>
                      <a:endParaRPr lang="en-GB" sz="1200" dirty="0"/>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2000" kern="1200" dirty="0">
                          <a:solidFill>
                            <a:schemeClr val="tx1"/>
                          </a:solidFill>
                          <a:latin typeface="+mn-lt"/>
                          <a:ea typeface="+mn-ea"/>
                          <a:cs typeface="+mn-cs"/>
                        </a:rPr>
                        <a:t>3 Variables/ Data Understanding </a:t>
                      </a:r>
                      <a:endParaRPr lang="en-GB" dirty="0"/>
                    </a:p>
                    <a:p>
                      <a:r>
                        <a:rPr lang="en-GB" sz="1050" dirty="0"/>
                        <a:t>Say which variables you used in your model, and whether you treated then as numeric or categorical. Explain the impact your choices will have on the models you build. You can use a table:</a:t>
                      </a:r>
                    </a:p>
                    <a:p>
                      <a:endParaRPr lang="en-GB" sz="1200" dirty="0"/>
                    </a:p>
                  </a:txBody>
                  <a:tcPr/>
                </a:tc>
                <a:extLst>
                  <a:ext uri="{0D108BD9-81ED-4DB2-BD59-A6C34878D82A}">
                    <a16:rowId xmlns:a16="http://schemas.microsoft.com/office/drawing/2014/main" val="4220087450"/>
                  </a:ext>
                </a:extLst>
              </a:tr>
              <a:tr h="2769141">
                <a:tc gridSpan="2">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2000" kern="1200" dirty="0">
                          <a:solidFill>
                            <a:schemeClr val="tx1"/>
                          </a:solidFill>
                          <a:latin typeface="+mn-lt"/>
                          <a:ea typeface="+mn-ea"/>
                          <a:cs typeface="+mn-cs"/>
                        </a:rPr>
                        <a:t>5. Model Training and Hyper Parameters</a:t>
                      </a:r>
                    </a:p>
                    <a:p>
                      <a:pPr marL="0" marR="0" lvl="0" indent="0" algn="l" defTabSz="1706910" rtl="0" eaLnBrk="1" fontAlgn="auto" latinLnBrk="0" hangingPunct="1">
                        <a:lnSpc>
                          <a:spcPct val="100000"/>
                        </a:lnSpc>
                        <a:spcBef>
                          <a:spcPts val="0"/>
                        </a:spcBef>
                        <a:spcAft>
                          <a:spcPts val="0"/>
                        </a:spcAft>
                        <a:buClrTx/>
                        <a:buSzTx/>
                        <a:buFontTx/>
                        <a:buNone/>
                        <a:tabLst/>
                        <a:defRPr/>
                      </a:pPr>
                      <a:r>
                        <a:rPr lang="en-US" sz="1050" dirty="0"/>
                        <a:t>A table showing the different models and hyper parameters you trained, along with the correct metric for each; Add a sentence on how you chose the hyper parameter values. Make sure you name the metric correctly.</a:t>
                      </a:r>
                      <a:endParaRPr lang="en-GB" sz="1050" kern="1200" dirty="0">
                        <a:solidFill>
                          <a:schemeClr val="tx1"/>
                        </a:solidFill>
                        <a:latin typeface="+mn-lt"/>
                        <a:ea typeface="+mn-ea"/>
                        <a:cs typeface="+mn-cs"/>
                      </a:endParaRPr>
                    </a:p>
                  </a:txBody>
                  <a:tcPr/>
                </a:tc>
                <a:tc hMerge="1">
                  <a:txBody>
                    <a:bodyPr/>
                    <a:lstStyle/>
                    <a:p>
                      <a:r>
                        <a:rPr lang="en-GB" dirty="0"/>
                        <a:t>Model Hyper Parameters</a:t>
                      </a:r>
                    </a:p>
                  </a:txBody>
                  <a:tcPr/>
                </a:tc>
                <a:extLst>
                  <a:ext uri="{0D108BD9-81ED-4DB2-BD59-A6C34878D82A}">
                    <a16:rowId xmlns:a16="http://schemas.microsoft.com/office/drawing/2014/main" val="2896326707"/>
                  </a:ext>
                </a:extLst>
              </a:tr>
              <a:tr h="1869324">
                <a:tc rowSpan="2">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2000" b="0" i="0" u="none" strike="noStrike" kern="1200" cap="none" spc="0" normalizeH="0" baseline="0" noProof="0" dirty="0">
                          <a:ln>
                            <a:noFill/>
                          </a:ln>
                          <a:solidFill>
                            <a:prstClr val="black"/>
                          </a:solidFill>
                          <a:effectLst/>
                          <a:uLnTx/>
                          <a:uFillTx/>
                          <a:latin typeface="+mn-lt"/>
                          <a:ea typeface="+mn-ea"/>
                          <a:cs typeface="+mn-cs"/>
                        </a:rPr>
                        <a:t>6. Final Model and Results</a:t>
                      </a: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mn-lt"/>
                          <a:ea typeface="+mn-ea"/>
                          <a:cs typeface="+mn-cs"/>
                        </a:rPr>
                        <a:t>Say how you chose the final model to test, and how you trained that model.</a:t>
                      </a: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mn-lt"/>
                          <a:ea typeface="+mn-ea"/>
                          <a:cs typeface="+mn-cs"/>
                        </a:rPr>
                        <a:t>Put the confusion matrix here</a:t>
                      </a: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r>
                        <a:rPr lang="en-GB" sz="1050" dirty="0"/>
                        <a:t>Explain what the confusion matrix tells us.</a:t>
                      </a: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mn-lt"/>
                        <a:ea typeface="+mn-ea"/>
                        <a:cs typeface="+mn-cs"/>
                      </a:endParaRPr>
                    </a:p>
                    <a:p>
                      <a:endParaRPr lang="en-GB" dirty="0"/>
                    </a:p>
                  </a:txBody>
                  <a:tcPr/>
                </a:tc>
                <a:tc>
                  <a:txBody>
                    <a:bodyPr/>
                    <a:lstStyle/>
                    <a:p>
                      <a:r>
                        <a:rPr lang="en-GB" sz="2000" dirty="0"/>
                        <a:t>7. Insight about data or models gained</a:t>
                      </a:r>
                      <a:endParaRPr lang="en-GB" sz="1200" dirty="0"/>
                    </a:p>
                    <a:p>
                      <a:endParaRPr lang="en-GB" sz="1200" dirty="0"/>
                    </a:p>
                    <a:p>
                      <a:pPr marL="457200" lvl="0" indent="-457200">
                        <a:buFont typeface="Arial"/>
                        <a:buChar char="•"/>
                      </a:pPr>
                      <a:r>
                        <a:rPr lang="en-GB" sz="1050" b="0" i="0" u="none" strike="noStrike" noProof="0" dirty="0">
                          <a:solidFill>
                            <a:srgbClr val="000000"/>
                          </a:solidFill>
                          <a:latin typeface="Calibri"/>
                        </a:rPr>
                        <a:t>For example, did you learn anything about specific features that drive the model? Is the model biased towards particular groups in the data? Is the model you've chosen good for helping us to understand why particular predictions are made?</a:t>
                      </a:r>
                    </a:p>
                    <a:p>
                      <a:endParaRPr lang="en-GB" sz="1200" dirty="0"/>
                    </a:p>
                    <a:p>
                      <a:endParaRPr lang="en-GB" sz="1200" dirty="0"/>
                    </a:p>
                  </a:txBody>
                  <a:tcPr/>
                </a:tc>
                <a:extLst>
                  <a:ext uri="{0D108BD9-81ED-4DB2-BD59-A6C34878D82A}">
                    <a16:rowId xmlns:a16="http://schemas.microsoft.com/office/drawing/2014/main" val="3680923459"/>
                  </a:ext>
                </a:extLst>
              </a:tr>
              <a:tr h="1869324">
                <a:tc vMerge="1">
                  <a:txBody>
                    <a:bodyPr/>
                    <a:lstStyle/>
                    <a:p>
                      <a:endParaRPr lang="en-GB" dirty="0"/>
                    </a:p>
                  </a:txBody>
                  <a:tcPr/>
                </a:tc>
                <a:tc>
                  <a:txBody>
                    <a:bodyPr/>
                    <a:lstStyle/>
                    <a:p>
                      <a:pPr lvl="0">
                        <a:buNone/>
                      </a:pPr>
                      <a:endParaRPr lang="en-GB" sz="1200" dirty="0"/>
                    </a:p>
                  </a:txBody>
                  <a:tcPr/>
                </a:tc>
                <a:extLst>
                  <a:ext uri="{0D108BD9-81ED-4DB2-BD59-A6C34878D82A}">
                    <a16:rowId xmlns:a16="http://schemas.microsoft.com/office/drawing/2014/main" val="2549638520"/>
                  </a:ext>
                </a:extLst>
              </a:tr>
            </a:tbl>
          </a:graphicData>
        </a:graphic>
      </p:graphicFrame>
      <p:sp>
        <p:nvSpPr>
          <p:cNvPr id="6" name="TextBox 5">
            <a:extLst>
              <a:ext uri="{FF2B5EF4-FFF2-40B4-BE49-F238E27FC236}">
                <a16:creationId xmlns:a16="http://schemas.microsoft.com/office/drawing/2014/main" id="{8AF6D823-6DA6-9959-0DCB-CCA6AD2DD76E}"/>
              </a:ext>
            </a:extLst>
          </p:cNvPr>
          <p:cNvSpPr txBox="1"/>
          <p:nvPr/>
        </p:nvSpPr>
        <p:spPr>
          <a:xfrm>
            <a:off x="5152793" y="11490911"/>
            <a:ext cx="3637442" cy="807913"/>
          </a:xfrm>
          <a:prstGeom prst="rect">
            <a:avLst/>
          </a:prstGeom>
          <a:noFill/>
        </p:spPr>
        <p:txBody>
          <a:bodyPr wrap="square" lIns="91440" tIns="45720" rIns="91440" bIns="45720" rtlCol="0" anchor="t">
            <a:spAutoFit/>
          </a:bodyPr>
          <a:lstStyle/>
          <a:p>
            <a:r>
              <a:rPr lang="en-GB" dirty="0"/>
              <a:t>8. References</a:t>
            </a:r>
          </a:p>
          <a:p>
            <a:r>
              <a:rPr lang="en-GB" sz="1050" b="0" i="0" dirty="0">
                <a:solidFill>
                  <a:srgbClr val="202122"/>
                </a:solidFill>
                <a:effectLst/>
                <a:latin typeface="Arial"/>
                <a:cs typeface="Arial"/>
              </a:rPr>
              <a:t>[1] If you reference any papers or websites, list them here</a:t>
            </a:r>
            <a:endParaRPr lang="en-GB" sz="1200" dirty="0">
              <a:latin typeface="Calibri" panose="020F0502020204030204"/>
              <a:ea typeface="Calibri" panose="020F0502020204030204"/>
              <a:cs typeface="Calibri" panose="020F0502020204030204"/>
            </a:endParaRPr>
          </a:p>
          <a:p>
            <a:endParaRPr lang="en-GB" dirty="0"/>
          </a:p>
        </p:txBody>
      </p:sp>
      <p:graphicFrame>
        <p:nvGraphicFramePr>
          <p:cNvPr id="7" name="Table 7">
            <a:extLst>
              <a:ext uri="{FF2B5EF4-FFF2-40B4-BE49-F238E27FC236}">
                <a16:creationId xmlns:a16="http://schemas.microsoft.com/office/drawing/2014/main" id="{FBE95B7C-B010-6D30-1BB3-D0BB1817071D}"/>
              </a:ext>
            </a:extLst>
          </p:cNvPr>
          <p:cNvGraphicFramePr>
            <a:graphicFrameLocks noGrp="1"/>
          </p:cNvGraphicFramePr>
          <p:nvPr>
            <p:extLst>
              <p:ext uri="{D42A27DB-BD31-4B8C-83A1-F6EECF244321}">
                <p14:modId xmlns:p14="http://schemas.microsoft.com/office/powerpoint/2010/main" val="276969338"/>
              </p:ext>
            </p:extLst>
          </p:nvPr>
        </p:nvGraphicFramePr>
        <p:xfrm>
          <a:off x="358007" y="6934687"/>
          <a:ext cx="5170923" cy="1765300"/>
        </p:xfrm>
        <a:graphic>
          <a:graphicData uri="http://schemas.openxmlformats.org/drawingml/2006/table">
            <a:tbl>
              <a:tblPr firstRow="1" bandRow="1">
                <a:tableStyleId>{5C22544A-7EE6-4342-B048-85BDC9FD1C3A}</a:tableStyleId>
              </a:tblPr>
              <a:tblGrid>
                <a:gridCol w="1723641">
                  <a:extLst>
                    <a:ext uri="{9D8B030D-6E8A-4147-A177-3AD203B41FA5}">
                      <a16:colId xmlns:a16="http://schemas.microsoft.com/office/drawing/2014/main" val="1907166431"/>
                    </a:ext>
                  </a:extLst>
                </a:gridCol>
                <a:gridCol w="2171375">
                  <a:extLst>
                    <a:ext uri="{9D8B030D-6E8A-4147-A177-3AD203B41FA5}">
                      <a16:colId xmlns:a16="http://schemas.microsoft.com/office/drawing/2014/main" val="3484362391"/>
                    </a:ext>
                  </a:extLst>
                </a:gridCol>
                <a:gridCol w="1275907">
                  <a:extLst>
                    <a:ext uri="{9D8B030D-6E8A-4147-A177-3AD203B41FA5}">
                      <a16:colId xmlns:a16="http://schemas.microsoft.com/office/drawing/2014/main" val="326053815"/>
                    </a:ext>
                  </a:extLst>
                </a:gridCol>
              </a:tblGrid>
              <a:tr h="0">
                <a:tc>
                  <a:txBody>
                    <a:bodyPr/>
                    <a:lstStyle/>
                    <a:p>
                      <a:r>
                        <a:rPr lang="en-GB" sz="1800" dirty="0"/>
                        <a:t>Model</a:t>
                      </a:r>
                    </a:p>
                  </a:txBody>
                  <a:tcPr/>
                </a:tc>
                <a:tc>
                  <a:txBody>
                    <a:bodyPr/>
                    <a:lstStyle/>
                    <a:p>
                      <a:r>
                        <a:rPr lang="en-GB" sz="1800" dirty="0"/>
                        <a:t>Hyper Parameters</a:t>
                      </a:r>
                    </a:p>
                  </a:txBody>
                  <a:tcPr/>
                </a:tc>
                <a:tc>
                  <a:txBody>
                    <a:bodyPr/>
                    <a:lstStyle/>
                    <a:p>
                      <a:r>
                        <a:rPr lang="en-GB" sz="1800" dirty="0"/>
                        <a:t>Validation Metric</a:t>
                      </a:r>
                    </a:p>
                  </a:txBody>
                  <a:tcPr/>
                </a:tc>
                <a:extLst>
                  <a:ext uri="{0D108BD9-81ED-4DB2-BD59-A6C34878D82A}">
                    <a16:rowId xmlns:a16="http://schemas.microsoft.com/office/drawing/2014/main" val="3158663126"/>
                  </a:ext>
                </a:extLst>
              </a:tr>
              <a:tr h="302260">
                <a:tc>
                  <a:txBody>
                    <a:bodyPr/>
                    <a:lstStyle/>
                    <a:p>
                      <a:r>
                        <a:rPr lang="en-US" sz="1200" dirty="0"/>
                        <a:t>Model 1</a:t>
                      </a:r>
                      <a:endParaRPr lang="en-GB" sz="1200" dirty="0"/>
                    </a:p>
                  </a:txBody>
                  <a:tcPr/>
                </a:tc>
                <a:tc>
                  <a:txBody>
                    <a:bodyPr/>
                    <a:lstStyle/>
                    <a:p>
                      <a:r>
                        <a:rPr lang="en-GB" sz="1200" dirty="0"/>
                        <a:t>Hyper parameter list</a:t>
                      </a:r>
                    </a:p>
                  </a:txBody>
                  <a:tcPr/>
                </a:tc>
                <a:tc>
                  <a:txBody>
                    <a:bodyPr/>
                    <a:lstStyle/>
                    <a:p>
                      <a:r>
                        <a:rPr lang="en-GB" sz="1200" dirty="0"/>
                        <a:t>A%</a:t>
                      </a:r>
                    </a:p>
                  </a:txBody>
                  <a:tcPr/>
                </a:tc>
                <a:extLst>
                  <a:ext uri="{0D108BD9-81ED-4DB2-BD59-A6C34878D82A}">
                    <a16:rowId xmlns:a16="http://schemas.microsoft.com/office/drawing/2014/main" val="391472538"/>
                  </a:ext>
                </a:extLst>
              </a:tr>
              <a:tr h="273050">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1200" dirty="0"/>
                        <a:t>Model 2</a:t>
                      </a:r>
                      <a:endParaRPr lang="en-GB" sz="1200" dirty="0"/>
                    </a:p>
                  </a:txBody>
                  <a:tcPr/>
                </a:tc>
                <a:tc>
                  <a:txBody>
                    <a:bodyPr/>
                    <a:lstStyle/>
                    <a:p>
                      <a:r>
                        <a:rPr lang="en-GB" sz="1200" dirty="0"/>
                        <a:t>Hyper parameter list</a:t>
                      </a:r>
                    </a:p>
                  </a:txBody>
                  <a:tcPr/>
                </a:tc>
                <a:tc>
                  <a:txBody>
                    <a:bodyPr/>
                    <a:lstStyle/>
                    <a:p>
                      <a:r>
                        <a:rPr lang="en-GB" sz="1200" dirty="0"/>
                        <a:t>B%</a:t>
                      </a:r>
                    </a:p>
                  </a:txBody>
                  <a:tcPr/>
                </a:tc>
                <a:extLst>
                  <a:ext uri="{0D108BD9-81ED-4DB2-BD59-A6C34878D82A}">
                    <a16:rowId xmlns:a16="http://schemas.microsoft.com/office/drawing/2014/main" val="3680307176"/>
                  </a:ext>
                </a:extLst>
              </a:tr>
              <a:tr h="273050">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1200" dirty="0"/>
                        <a:t>Model 3</a:t>
                      </a:r>
                      <a:endParaRPr lang="en-GB" sz="1200" dirty="0"/>
                    </a:p>
                  </a:txBody>
                  <a:tcPr/>
                </a:tc>
                <a:tc>
                  <a:txBody>
                    <a:bodyPr/>
                    <a:lstStyle/>
                    <a:p>
                      <a:r>
                        <a:rPr lang="en-GB" sz="1200" dirty="0"/>
                        <a:t>Hyper parameter list</a:t>
                      </a:r>
                    </a:p>
                  </a:txBody>
                  <a:tcPr/>
                </a:tc>
                <a:tc>
                  <a:txBody>
                    <a:bodyPr/>
                    <a:lstStyle/>
                    <a:p>
                      <a:r>
                        <a:rPr lang="en-GB" sz="1200" dirty="0"/>
                        <a:t>C%</a:t>
                      </a:r>
                    </a:p>
                  </a:txBody>
                  <a:tcPr/>
                </a:tc>
                <a:extLst>
                  <a:ext uri="{0D108BD9-81ED-4DB2-BD59-A6C34878D82A}">
                    <a16:rowId xmlns:a16="http://schemas.microsoft.com/office/drawing/2014/main" val="1144539082"/>
                  </a:ext>
                </a:extLst>
              </a:tr>
              <a:tr h="265430">
                <a:tc>
                  <a:txBody>
                    <a:bodyPr/>
                    <a:lstStyle/>
                    <a:p>
                      <a:r>
                        <a:rPr lang="en-US" sz="1200" dirty="0"/>
                        <a:t>Model 4 ….</a:t>
                      </a:r>
                      <a:endParaRPr lang="en-GB" sz="1200" dirty="0"/>
                    </a:p>
                  </a:txBody>
                  <a:tcPr/>
                </a:tc>
                <a:tc>
                  <a:txBody>
                    <a:bodyPr/>
                    <a:lstStyle/>
                    <a:p>
                      <a:r>
                        <a:rPr lang="en-GB" sz="1200" dirty="0"/>
                        <a:t>Hyper parameter list</a:t>
                      </a:r>
                    </a:p>
                  </a:txBody>
                  <a:tcPr/>
                </a:tc>
                <a:tc>
                  <a:txBody>
                    <a:bodyPr/>
                    <a:lstStyle/>
                    <a:p>
                      <a:r>
                        <a:rPr lang="en-GB" sz="1200" dirty="0"/>
                        <a:t>D%</a:t>
                      </a:r>
                    </a:p>
                  </a:txBody>
                  <a:tcPr/>
                </a:tc>
                <a:extLst>
                  <a:ext uri="{0D108BD9-81ED-4DB2-BD59-A6C34878D82A}">
                    <a16:rowId xmlns:a16="http://schemas.microsoft.com/office/drawing/2014/main" val="3656706315"/>
                  </a:ext>
                </a:extLst>
              </a:tr>
            </a:tbl>
          </a:graphicData>
        </a:graphic>
      </p:graphicFrame>
      <p:graphicFrame>
        <p:nvGraphicFramePr>
          <p:cNvPr id="2" name="Table 2">
            <a:extLst>
              <a:ext uri="{FF2B5EF4-FFF2-40B4-BE49-F238E27FC236}">
                <a16:creationId xmlns:a16="http://schemas.microsoft.com/office/drawing/2014/main" id="{50697821-56EE-B522-2650-CAC52B000E80}"/>
              </a:ext>
            </a:extLst>
          </p:cNvPr>
          <p:cNvGraphicFramePr>
            <a:graphicFrameLocks noGrp="1"/>
          </p:cNvGraphicFramePr>
          <p:nvPr>
            <p:extLst>
              <p:ext uri="{D42A27DB-BD31-4B8C-83A1-F6EECF244321}">
                <p14:modId xmlns:p14="http://schemas.microsoft.com/office/powerpoint/2010/main" val="4224728883"/>
              </p:ext>
            </p:extLst>
          </p:nvPr>
        </p:nvGraphicFramePr>
        <p:xfrm>
          <a:off x="358007" y="10013788"/>
          <a:ext cx="4178298" cy="1112520"/>
        </p:xfrm>
        <a:graphic>
          <a:graphicData uri="http://schemas.openxmlformats.org/drawingml/2006/table">
            <a:tbl>
              <a:tblPr firstRow="1" bandRow="1">
                <a:tableStyleId>{5C22544A-7EE6-4342-B048-85BDC9FD1C3A}</a:tableStyleId>
              </a:tblPr>
              <a:tblGrid>
                <a:gridCol w="1392766">
                  <a:extLst>
                    <a:ext uri="{9D8B030D-6E8A-4147-A177-3AD203B41FA5}">
                      <a16:colId xmlns:a16="http://schemas.microsoft.com/office/drawing/2014/main" val="3385219870"/>
                    </a:ext>
                  </a:extLst>
                </a:gridCol>
                <a:gridCol w="1392766">
                  <a:extLst>
                    <a:ext uri="{9D8B030D-6E8A-4147-A177-3AD203B41FA5}">
                      <a16:colId xmlns:a16="http://schemas.microsoft.com/office/drawing/2014/main" val="2134976436"/>
                    </a:ext>
                  </a:extLst>
                </a:gridCol>
                <a:gridCol w="1392766">
                  <a:extLst>
                    <a:ext uri="{9D8B030D-6E8A-4147-A177-3AD203B41FA5}">
                      <a16:colId xmlns:a16="http://schemas.microsoft.com/office/drawing/2014/main" val="629384850"/>
                    </a:ext>
                  </a:extLst>
                </a:gridCol>
              </a:tblGrid>
              <a:tr h="370840">
                <a:tc>
                  <a:txBody>
                    <a:bodyPr/>
                    <a:lstStyle/>
                    <a:p>
                      <a:r>
                        <a:rPr lang="en-GB" sz="1200" dirty="0"/>
                        <a:t>Actual / Predicted</a:t>
                      </a:r>
                    </a:p>
                  </a:txBody>
                  <a:tcPr/>
                </a:tc>
                <a:tc>
                  <a:txBody>
                    <a:bodyPr/>
                    <a:lstStyle/>
                    <a:p>
                      <a:r>
                        <a:rPr lang="en-GB" sz="1200" dirty="0"/>
                        <a:t>Good</a:t>
                      </a:r>
                    </a:p>
                  </a:txBody>
                  <a:tcPr/>
                </a:tc>
                <a:tc>
                  <a:txBody>
                    <a:bodyPr/>
                    <a:lstStyle/>
                    <a:p>
                      <a:r>
                        <a:rPr lang="en-GB" sz="1200" dirty="0"/>
                        <a:t>Bad</a:t>
                      </a:r>
                    </a:p>
                  </a:txBody>
                  <a:tcPr/>
                </a:tc>
                <a:extLst>
                  <a:ext uri="{0D108BD9-81ED-4DB2-BD59-A6C34878D82A}">
                    <a16:rowId xmlns:a16="http://schemas.microsoft.com/office/drawing/2014/main" val="2126179801"/>
                  </a:ext>
                </a:extLst>
              </a:tr>
              <a:tr h="370840">
                <a:tc>
                  <a:txBody>
                    <a:bodyPr/>
                    <a:lstStyle/>
                    <a:p>
                      <a:r>
                        <a:rPr lang="en-GB" sz="1200" dirty="0"/>
                        <a:t>Good</a:t>
                      </a:r>
                    </a:p>
                  </a:txBody>
                  <a:tcPr/>
                </a:tc>
                <a:tc>
                  <a:txBody>
                    <a:bodyPr/>
                    <a:lstStyle/>
                    <a:p>
                      <a:r>
                        <a:rPr lang="en-GB" sz="1200" dirty="0"/>
                        <a:t>220</a:t>
                      </a:r>
                    </a:p>
                  </a:txBody>
                  <a:tcPr/>
                </a:tc>
                <a:tc>
                  <a:txBody>
                    <a:bodyPr/>
                    <a:lstStyle/>
                    <a:p>
                      <a:r>
                        <a:rPr lang="en-GB" sz="1200" dirty="0"/>
                        <a:t>25</a:t>
                      </a:r>
                    </a:p>
                  </a:txBody>
                  <a:tcPr/>
                </a:tc>
                <a:extLst>
                  <a:ext uri="{0D108BD9-81ED-4DB2-BD59-A6C34878D82A}">
                    <a16:rowId xmlns:a16="http://schemas.microsoft.com/office/drawing/2014/main" val="1186692526"/>
                  </a:ext>
                </a:extLst>
              </a:tr>
              <a:tr h="370840">
                <a:tc>
                  <a:txBody>
                    <a:bodyPr/>
                    <a:lstStyle/>
                    <a:p>
                      <a:r>
                        <a:rPr lang="en-GB" sz="1200" dirty="0"/>
                        <a:t>Bad</a:t>
                      </a:r>
                    </a:p>
                  </a:txBody>
                  <a:tcPr/>
                </a:tc>
                <a:tc>
                  <a:txBody>
                    <a:bodyPr/>
                    <a:lstStyle/>
                    <a:p>
                      <a:r>
                        <a:rPr lang="en-GB" sz="1200" dirty="0"/>
                        <a:t>32</a:t>
                      </a:r>
                    </a:p>
                  </a:txBody>
                  <a:tcPr/>
                </a:tc>
                <a:tc>
                  <a:txBody>
                    <a:bodyPr/>
                    <a:lstStyle/>
                    <a:p>
                      <a:r>
                        <a:rPr lang="en-GB" sz="1200" dirty="0"/>
                        <a:t>195</a:t>
                      </a:r>
                    </a:p>
                  </a:txBody>
                  <a:tcPr/>
                </a:tc>
                <a:extLst>
                  <a:ext uri="{0D108BD9-81ED-4DB2-BD59-A6C34878D82A}">
                    <a16:rowId xmlns:a16="http://schemas.microsoft.com/office/drawing/2014/main" val="788774926"/>
                  </a:ext>
                </a:extLst>
              </a:tr>
            </a:tbl>
          </a:graphicData>
        </a:graphic>
      </p:graphicFrame>
      <p:sp>
        <p:nvSpPr>
          <p:cNvPr id="8" name="TextBox 7">
            <a:extLst>
              <a:ext uri="{FF2B5EF4-FFF2-40B4-BE49-F238E27FC236}">
                <a16:creationId xmlns:a16="http://schemas.microsoft.com/office/drawing/2014/main" id="{53F18AD2-7D7C-86A1-617F-5ED4C88C525F}"/>
              </a:ext>
            </a:extLst>
          </p:cNvPr>
          <p:cNvSpPr txBox="1"/>
          <p:nvPr/>
        </p:nvSpPr>
        <p:spPr>
          <a:xfrm>
            <a:off x="358007" y="221862"/>
            <a:ext cx="8885186" cy="2062103"/>
          </a:xfrm>
          <a:prstGeom prst="rect">
            <a:avLst/>
          </a:prstGeom>
          <a:noFill/>
        </p:spPr>
        <p:txBody>
          <a:bodyPr wrap="square" lIns="91440" tIns="45720" rIns="91440" bIns="45720" rtlCol="0" anchor="t">
            <a:spAutoFit/>
          </a:bodyPr>
          <a:lstStyle/>
          <a:p>
            <a:r>
              <a:rPr lang="en-GB" sz="2000" dirty="0"/>
              <a:t>Look at the assignment sheet, you will see there are 8 requirements listed. This template uses the same 8 numbers to show how you might present your work.</a:t>
            </a:r>
          </a:p>
          <a:p>
            <a:r>
              <a:rPr lang="en-GB" sz="2000" dirty="0"/>
              <a:t>You might choose a different layout – that is fine. You may find you need more space in one section and less in another. This is just an example, you should choose your own layout, to suit your results. Obviously, you should remove these instructions!</a:t>
            </a:r>
            <a:endParaRPr lang="en-GB" sz="2000" dirty="0">
              <a:ea typeface="Calibri"/>
              <a:cs typeface="Calibri"/>
            </a:endParaRPr>
          </a:p>
          <a:p>
            <a:r>
              <a:rPr lang="en-GB" sz="2800" dirty="0"/>
              <a:t>CSCU9M5 Assignment 1. Student Number </a:t>
            </a:r>
            <a:r>
              <a:rPr lang="en-GB" sz="2800" dirty="0" err="1"/>
              <a:t>xxxxxx</a:t>
            </a:r>
            <a:endParaRPr lang="en-GB" sz="2800" dirty="0" err="1">
              <a:ea typeface="Calibri" panose="020F0502020204030204"/>
              <a:cs typeface="Calibri" panose="020F0502020204030204"/>
            </a:endParaRPr>
          </a:p>
        </p:txBody>
      </p:sp>
      <p:graphicFrame>
        <p:nvGraphicFramePr>
          <p:cNvPr id="5" name="Table 9">
            <a:extLst>
              <a:ext uri="{FF2B5EF4-FFF2-40B4-BE49-F238E27FC236}">
                <a16:creationId xmlns:a16="http://schemas.microsoft.com/office/drawing/2014/main" id="{D4D093B8-47C2-E43F-6BF0-1D763DE45341}"/>
              </a:ext>
            </a:extLst>
          </p:cNvPr>
          <p:cNvGraphicFramePr>
            <a:graphicFrameLocks noGrp="1"/>
          </p:cNvGraphicFramePr>
          <p:nvPr>
            <p:extLst>
              <p:ext uri="{D42A27DB-BD31-4B8C-83A1-F6EECF244321}">
                <p14:modId xmlns:p14="http://schemas.microsoft.com/office/powerpoint/2010/main" val="297745608"/>
              </p:ext>
            </p:extLst>
          </p:nvPr>
        </p:nvGraphicFramePr>
        <p:xfrm>
          <a:off x="5153661" y="3317174"/>
          <a:ext cx="4178298" cy="1112520"/>
        </p:xfrm>
        <a:graphic>
          <a:graphicData uri="http://schemas.openxmlformats.org/drawingml/2006/table">
            <a:tbl>
              <a:tblPr firstRow="1" bandRow="1">
                <a:tableStyleId>{5C22544A-7EE6-4342-B048-85BDC9FD1C3A}</a:tableStyleId>
              </a:tblPr>
              <a:tblGrid>
                <a:gridCol w="2089149">
                  <a:extLst>
                    <a:ext uri="{9D8B030D-6E8A-4147-A177-3AD203B41FA5}">
                      <a16:colId xmlns:a16="http://schemas.microsoft.com/office/drawing/2014/main" val="1922141735"/>
                    </a:ext>
                  </a:extLst>
                </a:gridCol>
                <a:gridCol w="2089149">
                  <a:extLst>
                    <a:ext uri="{9D8B030D-6E8A-4147-A177-3AD203B41FA5}">
                      <a16:colId xmlns:a16="http://schemas.microsoft.com/office/drawing/2014/main" val="2956065983"/>
                    </a:ext>
                  </a:extLst>
                </a:gridCol>
              </a:tblGrid>
              <a:tr h="370840">
                <a:tc>
                  <a:txBody>
                    <a:bodyPr/>
                    <a:lstStyle/>
                    <a:p>
                      <a:r>
                        <a:rPr lang="en-US" sz="1400" dirty="0"/>
                        <a:t>Variable</a:t>
                      </a:r>
                      <a:endParaRPr lang="en-GB" sz="1400" dirty="0"/>
                    </a:p>
                  </a:txBody>
                  <a:tcPr/>
                </a:tc>
                <a:tc>
                  <a:txBody>
                    <a:bodyPr/>
                    <a:lstStyle/>
                    <a:p>
                      <a:r>
                        <a:rPr lang="en-US" sz="1400" dirty="0"/>
                        <a:t>Type</a:t>
                      </a:r>
                      <a:endParaRPr lang="en-GB" sz="1400" dirty="0"/>
                    </a:p>
                  </a:txBody>
                  <a:tcPr/>
                </a:tc>
                <a:extLst>
                  <a:ext uri="{0D108BD9-81ED-4DB2-BD59-A6C34878D82A}">
                    <a16:rowId xmlns:a16="http://schemas.microsoft.com/office/drawing/2014/main" val="2821401175"/>
                  </a:ext>
                </a:extLst>
              </a:tr>
              <a:tr h="370840">
                <a:tc>
                  <a:txBody>
                    <a:bodyPr/>
                    <a:lstStyle/>
                    <a:p>
                      <a:r>
                        <a:rPr lang="en-US" sz="1200" dirty="0"/>
                        <a:t>Variable 1</a:t>
                      </a:r>
                      <a:endParaRPr lang="en-GB" sz="1200" dirty="0"/>
                    </a:p>
                  </a:txBody>
                  <a:tcPr/>
                </a:tc>
                <a:tc>
                  <a:txBody>
                    <a:bodyPr/>
                    <a:lstStyle/>
                    <a:p>
                      <a:r>
                        <a:rPr lang="en-US" sz="1200" dirty="0"/>
                        <a:t>Numeric</a:t>
                      </a:r>
                      <a:endParaRPr lang="en-GB" sz="1200" dirty="0"/>
                    </a:p>
                  </a:txBody>
                  <a:tcPr/>
                </a:tc>
                <a:extLst>
                  <a:ext uri="{0D108BD9-81ED-4DB2-BD59-A6C34878D82A}">
                    <a16:rowId xmlns:a16="http://schemas.microsoft.com/office/drawing/2014/main" val="3202199352"/>
                  </a:ext>
                </a:extLst>
              </a:tr>
              <a:tr h="370840">
                <a:tc>
                  <a:txBody>
                    <a:bodyPr/>
                    <a:lstStyle/>
                    <a:p>
                      <a:r>
                        <a:rPr lang="en-US" sz="1200" dirty="0"/>
                        <a:t>Variable 2</a:t>
                      </a:r>
                      <a:endParaRPr lang="en-GB" sz="1200" dirty="0"/>
                    </a:p>
                  </a:txBody>
                  <a:tcPr/>
                </a:tc>
                <a:tc>
                  <a:txBody>
                    <a:bodyPr/>
                    <a:lstStyle/>
                    <a:p>
                      <a:r>
                        <a:rPr lang="en-US" sz="1200" dirty="0"/>
                        <a:t>Categorical</a:t>
                      </a:r>
                      <a:endParaRPr lang="en-GB" sz="1200" dirty="0"/>
                    </a:p>
                  </a:txBody>
                  <a:tcPr/>
                </a:tc>
                <a:extLst>
                  <a:ext uri="{0D108BD9-81ED-4DB2-BD59-A6C34878D82A}">
                    <a16:rowId xmlns:a16="http://schemas.microsoft.com/office/drawing/2014/main" val="2473242010"/>
                  </a:ext>
                </a:extLst>
              </a:tr>
            </a:tbl>
          </a:graphicData>
        </a:graphic>
      </p:graphicFrame>
      <p:sp>
        <p:nvSpPr>
          <p:cNvPr id="10" name="Rectangle 9">
            <a:extLst>
              <a:ext uri="{FF2B5EF4-FFF2-40B4-BE49-F238E27FC236}">
                <a16:creationId xmlns:a16="http://schemas.microsoft.com/office/drawing/2014/main" id="{61114EC5-034B-1ADA-C1F8-62FDCCE2A9A4}"/>
              </a:ext>
            </a:extLst>
          </p:cNvPr>
          <p:cNvSpPr/>
          <p:nvPr/>
        </p:nvSpPr>
        <p:spPr>
          <a:xfrm>
            <a:off x="561399" y="4785756"/>
            <a:ext cx="1398030" cy="11387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Before Cleaning</a:t>
            </a:r>
            <a:endParaRPr lang="en-GB" dirty="0"/>
          </a:p>
        </p:txBody>
      </p:sp>
      <p:sp>
        <p:nvSpPr>
          <p:cNvPr id="12" name="Rectangle 11">
            <a:extLst>
              <a:ext uri="{FF2B5EF4-FFF2-40B4-BE49-F238E27FC236}">
                <a16:creationId xmlns:a16="http://schemas.microsoft.com/office/drawing/2014/main" id="{6DA0385D-A5DD-C169-AF26-24FFB0DB2E30}"/>
              </a:ext>
            </a:extLst>
          </p:cNvPr>
          <p:cNvSpPr/>
          <p:nvPr/>
        </p:nvSpPr>
        <p:spPr>
          <a:xfrm>
            <a:off x="2780106" y="4845977"/>
            <a:ext cx="1398030" cy="11387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After Cleaning</a:t>
            </a:r>
            <a:endParaRPr lang="en-GB" dirty="0"/>
          </a:p>
        </p:txBody>
      </p:sp>
      <p:sp>
        <p:nvSpPr>
          <p:cNvPr id="13" name="TextBox 12">
            <a:extLst>
              <a:ext uri="{FF2B5EF4-FFF2-40B4-BE49-F238E27FC236}">
                <a16:creationId xmlns:a16="http://schemas.microsoft.com/office/drawing/2014/main" id="{CA1EAAA5-A1A2-3B0D-12F1-60B2E50A677D}"/>
              </a:ext>
            </a:extLst>
          </p:cNvPr>
          <p:cNvSpPr txBox="1"/>
          <p:nvPr/>
        </p:nvSpPr>
        <p:spPr>
          <a:xfrm>
            <a:off x="5830784" y="7243443"/>
            <a:ext cx="3265715" cy="1200329"/>
          </a:xfrm>
          <a:prstGeom prst="rect">
            <a:avLst/>
          </a:prstGeom>
          <a:noFill/>
        </p:spPr>
        <p:txBody>
          <a:bodyPr wrap="square" rtlCol="0">
            <a:spAutoFit/>
          </a:bodyPr>
          <a:lstStyle/>
          <a:p>
            <a:r>
              <a:rPr lang="en-US" dirty="0"/>
              <a:t>Explain here how you chose the hyper parameter settings to explore and how you ran your experiments.</a:t>
            </a:r>
            <a:endParaRPr lang="en-GB" dirty="0"/>
          </a:p>
        </p:txBody>
      </p:sp>
    </p:spTree>
    <p:extLst>
      <p:ext uri="{BB962C8B-B14F-4D97-AF65-F5344CB8AC3E}">
        <p14:creationId xmlns:p14="http://schemas.microsoft.com/office/powerpoint/2010/main" val="15017104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720648D2-2C2F-D4B7-A939-01723E5AA434}"/>
              </a:ext>
            </a:extLst>
          </p:cNvPr>
          <p:cNvSpPr txBox="1"/>
          <p:nvPr/>
        </p:nvSpPr>
        <p:spPr>
          <a:xfrm>
            <a:off x="4475284" y="755611"/>
            <a:ext cx="4767909" cy="4832092"/>
          </a:xfrm>
          <a:prstGeom prst="rect">
            <a:avLst/>
          </a:prstGeom>
          <a:noFill/>
          <a:ln w="38100">
            <a:solidFill>
              <a:schemeClr val="accent1">
                <a:lumMod val="60000"/>
                <a:lumOff val="40000"/>
              </a:schemeClr>
            </a:solidFill>
          </a:ln>
        </p:spPr>
        <p:txBody>
          <a:bodyPr wrap="square" lIns="91440" tIns="45720" rIns="91440" bIns="45720" anchor="t">
            <a:spAutoFit/>
          </a:bodyPr>
          <a:lstStyle/>
          <a:p>
            <a:pPr lvl="0" defTabSz="1706910">
              <a:defRPr/>
            </a:pPr>
            <a:r>
              <a:rPr lang="en-GB" sz="2000" dirty="0"/>
              <a:t>3 Variables/ Data Understanding</a:t>
            </a:r>
          </a:p>
          <a:p>
            <a:pPr lvl="0" defTabSz="1706910">
              <a:defRPr/>
            </a:pPr>
            <a:r>
              <a:rPr lang="en-GB" sz="1200" dirty="0"/>
              <a:t>The variables used are:</a:t>
            </a:r>
          </a:p>
          <a:p>
            <a:pPr lvl="0" defTabSz="1706910">
              <a:defRPr/>
            </a:pPr>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r>
              <a:rPr lang="en-GB" sz="1200" dirty="0">
                <a:solidFill>
                  <a:prstClr val="black"/>
                </a:solidFill>
                <a:latin typeface="Calibri" panose="020F0502020204030204"/>
              </a:rPr>
              <a:t>All the environmental measurements are treated as continuous numerical variables. The month attribute was treated as nominal categorical variable and the target area is treated as binary categorical variable. Only variables which would help us predicting the fire spread have been used. </a:t>
            </a:r>
          </a:p>
          <a:p>
            <a:endParaRPr lang="en-GB" sz="1200" dirty="0">
              <a:solidFill>
                <a:prstClr val="black"/>
              </a:solidFill>
              <a:latin typeface="Calibri" panose="020F0502020204030204"/>
            </a:endParaRPr>
          </a:p>
        </p:txBody>
      </p:sp>
      <p:sp>
        <p:nvSpPr>
          <p:cNvPr id="18" name="TextBox 17">
            <a:extLst>
              <a:ext uri="{FF2B5EF4-FFF2-40B4-BE49-F238E27FC236}">
                <a16:creationId xmlns:a16="http://schemas.microsoft.com/office/drawing/2014/main" id="{C388C717-AB61-4AA5-0065-CF8334987466}"/>
              </a:ext>
            </a:extLst>
          </p:cNvPr>
          <p:cNvSpPr txBox="1"/>
          <p:nvPr/>
        </p:nvSpPr>
        <p:spPr>
          <a:xfrm>
            <a:off x="525101" y="6703042"/>
            <a:ext cx="8848120" cy="2185214"/>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2000" b="0" i="0" u="none" strike="noStrike" kern="1200" cap="none" spc="0" normalizeH="0" baseline="0" noProof="0" dirty="0">
                <a:ln>
                  <a:noFill/>
                </a:ln>
                <a:solidFill>
                  <a:prstClr val="black"/>
                </a:solidFill>
                <a:effectLst/>
                <a:uLnTx/>
                <a:uFillTx/>
                <a:latin typeface="Calibri" panose="020F0502020204030204"/>
                <a:ea typeface="+mn-ea"/>
                <a:cs typeface="+mn-cs"/>
              </a:rPr>
              <a:t>5. Model Training and Hyper Parameters</a:t>
            </a:r>
            <a:endParaRPr lang="en-GB" sz="2000" b="0" i="0" u="none" strike="noStrike" kern="1200" cap="none" spc="0" normalizeH="0" baseline="0" noProof="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rPr>
              <a:t>A table showing the different models and hyper parameters you trained, along with the correct metric for each; Add a sentence on how you chose the hyper parameter values. Make sure you name the metric correctly.</a:t>
            </a:r>
            <a:endParaRPr lang="en-US" sz="100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Box 19">
            <a:extLst>
              <a:ext uri="{FF2B5EF4-FFF2-40B4-BE49-F238E27FC236}">
                <a16:creationId xmlns:a16="http://schemas.microsoft.com/office/drawing/2014/main" id="{5F922132-ED33-E59C-B714-DBB27B5DF6F8}"/>
              </a:ext>
            </a:extLst>
          </p:cNvPr>
          <p:cNvSpPr txBox="1"/>
          <p:nvPr/>
        </p:nvSpPr>
        <p:spPr>
          <a:xfrm>
            <a:off x="475353" y="8816780"/>
            <a:ext cx="8831538" cy="2015936"/>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2000" b="0" i="0" u="none" strike="noStrike" kern="1200" cap="none" spc="0" normalizeH="0" baseline="0" noProof="0" dirty="0">
                <a:ln>
                  <a:noFill/>
                </a:ln>
                <a:solidFill>
                  <a:prstClr val="black"/>
                </a:solidFill>
                <a:effectLst/>
                <a:uLnTx/>
                <a:uFillTx/>
                <a:latin typeface="Calibri" panose="020F0502020204030204"/>
                <a:ea typeface="+mn-ea"/>
                <a:cs typeface="+mn-cs"/>
              </a:rPr>
              <a:t>6. Final Model and Results</a:t>
            </a: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Say how you chose the final model to test, and how you trained that model.</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Put the confusion matrix here</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8AF6D823-6DA6-9959-0DCB-CCA6AD2DD76E}"/>
              </a:ext>
            </a:extLst>
          </p:cNvPr>
          <p:cNvSpPr txBox="1"/>
          <p:nvPr/>
        </p:nvSpPr>
        <p:spPr>
          <a:xfrm>
            <a:off x="540612" y="12021739"/>
            <a:ext cx="4884758" cy="553998"/>
          </a:xfrm>
          <a:prstGeom prst="rect">
            <a:avLst/>
          </a:prstGeom>
          <a:noFill/>
          <a:ln w="38100">
            <a:solidFill>
              <a:schemeClr val="accent1">
                <a:lumMod val="60000"/>
                <a:lumOff val="40000"/>
              </a:schemeClr>
            </a:solidFill>
          </a:ln>
        </p:spPr>
        <p:txBody>
          <a:bodyPr wrap="square" lIns="91440" tIns="45720" rIns="91440" bIns="45720" rtlCol="0" anchor="t">
            <a:spAutoFit/>
          </a:bodyPr>
          <a:lstStyle/>
          <a:p>
            <a:r>
              <a:rPr lang="en-GB" dirty="0"/>
              <a:t>8. References</a:t>
            </a:r>
          </a:p>
          <a:p>
            <a:r>
              <a:rPr lang="en-GB" sz="1200" b="0" i="0" dirty="0">
                <a:solidFill>
                  <a:srgbClr val="202122"/>
                </a:solidFill>
                <a:effectLst/>
                <a:latin typeface="Arial" panose="020B0604020202020204" pitchFamily="34" charset="0"/>
              </a:rPr>
              <a:t>[1] If you reference any papers or websites, list them here</a:t>
            </a:r>
            <a:endParaRPr lang="en-GB" dirty="0"/>
          </a:p>
        </p:txBody>
      </p:sp>
      <p:graphicFrame>
        <p:nvGraphicFramePr>
          <p:cNvPr id="7" name="Table 7">
            <a:extLst>
              <a:ext uri="{FF2B5EF4-FFF2-40B4-BE49-F238E27FC236}">
                <a16:creationId xmlns:a16="http://schemas.microsoft.com/office/drawing/2014/main" id="{FBE95B7C-B010-6D30-1BB3-D0BB1817071D}"/>
              </a:ext>
            </a:extLst>
          </p:cNvPr>
          <p:cNvGraphicFramePr>
            <a:graphicFrameLocks noGrp="1"/>
          </p:cNvGraphicFramePr>
          <p:nvPr>
            <p:extLst>
              <p:ext uri="{D42A27DB-BD31-4B8C-83A1-F6EECF244321}">
                <p14:modId xmlns:p14="http://schemas.microsoft.com/office/powerpoint/2010/main" val="11063398"/>
              </p:ext>
            </p:extLst>
          </p:nvPr>
        </p:nvGraphicFramePr>
        <p:xfrm>
          <a:off x="4775726" y="6931436"/>
          <a:ext cx="4443504" cy="1737360"/>
        </p:xfrm>
        <a:graphic>
          <a:graphicData uri="http://schemas.openxmlformats.org/drawingml/2006/table">
            <a:tbl>
              <a:tblPr firstRow="1" bandRow="1">
                <a:tableStyleId>{5C22544A-7EE6-4342-B048-85BDC9FD1C3A}</a:tableStyleId>
              </a:tblPr>
              <a:tblGrid>
                <a:gridCol w="1481168">
                  <a:extLst>
                    <a:ext uri="{9D8B030D-6E8A-4147-A177-3AD203B41FA5}">
                      <a16:colId xmlns:a16="http://schemas.microsoft.com/office/drawing/2014/main" val="1907166431"/>
                    </a:ext>
                  </a:extLst>
                </a:gridCol>
                <a:gridCol w="1865917">
                  <a:extLst>
                    <a:ext uri="{9D8B030D-6E8A-4147-A177-3AD203B41FA5}">
                      <a16:colId xmlns:a16="http://schemas.microsoft.com/office/drawing/2014/main" val="3484362391"/>
                    </a:ext>
                  </a:extLst>
                </a:gridCol>
                <a:gridCol w="1096419">
                  <a:extLst>
                    <a:ext uri="{9D8B030D-6E8A-4147-A177-3AD203B41FA5}">
                      <a16:colId xmlns:a16="http://schemas.microsoft.com/office/drawing/2014/main" val="326053815"/>
                    </a:ext>
                  </a:extLst>
                </a:gridCol>
              </a:tblGrid>
              <a:tr h="561889">
                <a:tc>
                  <a:txBody>
                    <a:bodyPr/>
                    <a:lstStyle/>
                    <a:p>
                      <a:r>
                        <a:rPr lang="en-GB" sz="1800" dirty="0"/>
                        <a:t>Model</a:t>
                      </a:r>
                    </a:p>
                  </a:txBody>
                  <a:tcPr/>
                </a:tc>
                <a:tc>
                  <a:txBody>
                    <a:bodyPr/>
                    <a:lstStyle/>
                    <a:p>
                      <a:r>
                        <a:rPr lang="en-GB" sz="1800" dirty="0"/>
                        <a:t>Hyper Parameters</a:t>
                      </a:r>
                    </a:p>
                  </a:txBody>
                  <a:tcPr/>
                </a:tc>
                <a:tc>
                  <a:txBody>
                    <a:bodyPr/>
                    <a:lstStyle/>
                    <a:p>
                      <a:r>
                        <a:rPr lang="en-GB" sz="1800" dirty="0"/>
                        <a:t>Validation Metric</a:t>
                      </a:r>
                    </a:p>
                  </a:txBody>
                  <a:tcPr/>
                </a:tc>
                <a:extLst>
                  <a:ext uri="{0D108BD9-81ED-4DB2-BD59-A6C34878D82A}">
                    <a16:rowId xmlns:a16="http://schemas.microsoft.com/office/drawing/2014/main" val="3158663126"/>
                  </a:ext>
                </a:extLst>
              </a:tr>
              <a:tr h="268174">
                <a:tc>
                  <a:txBody>
                    <a:bodyPr/>
                    <a:lstStyle/>
                    <a:p>
                      <a:r>
                        <a:rPr lang="en-US" sz="1200" dirty="0"/>
                        <a:t>Model 1</a:t>
                      </a:r>
                      <a:endParaRPr lang="en-GB" sz="1200" dirty="0"/>
                    </a:p>
                  </a:txBody>
                  <a:tcPr/>
                </a:tc>
                <a:tc>
                  <a:txBody>
                    <a:bodyPr/>
                    <a:lstStyle/>
                    <a:p>
                      <a:r>
                        <a:rPr lang="en-GB" sz="1200" dirty="0"/>
                        <a:t>Hyper parameter list</a:t>
                      </a:r>
                    </a:p>
                  </a:txBody>
                  <a:tcPr/>
                </a:tc>
                <a:tc>
                  <a:txBody>
                    <a:bodyPr/>
                    <a:lstStyle/>
                    <a:p>
                      <a:r>
                        <a:rPr lang="en-GB" sz="1200" dirty="0"/>
                        <a:t>A%</a:t>
                      </a:r>
                    </a:p>
                  </a:txBody>
                  <a:tcPr/>
                </a:tc>
                <a:extLst>
                  <a:ext uri="{0D108BD9-81ED-4DB2-BD59-A6C34878D82A}">
                    <a16:rowId xmlns:a16="http://schemas.microsoft.com/office/drawing/2014/main" val="391472538"/>
                  </a:ext>
                </a:extLst>
              </a:tr>
              <a:tr h="242633">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1200" dirty="0"/>
                        <a:t>Model 2</a:t>
                      </a:r>
                      <a:endParaRPr lang="en-GB" sz="1200" dirty="0"/>
                    </a:p>
                  </a:txBody>
                  <a:tcPr/>
                </a:tc>
                <a:tc>
                  <a:txBody>
                    <a:bodyPr/>
                    <a:lstStyle/>
                    <a:p>
                      <a:r>
                        <a:rPr lang="en-GB" sz="1200" dirty="0"/>
                        <a:t>Hyper parameter list</a:t>
                      </a:r>
                    </a:p>
                  </a:txBody>
                  <a:tcPr/>
                </a:tc>
                <a:tc>
                  <a:txBody>
                    <a:bodyPr/>
                    <a:lstStyle/>
                    <a:p>
                      <a:r>
                        <a:rPr lang="en-GB" sz="1200" dirty="0"/>
                        <a:t>B%</a:t>
                      </a:r>
                    </a:p>
                  </a:txBody>
                  <a:tcPr/>
                </a:tc>
                <a:extLst>
                  <a:ext uri="{0D108BD9-81ED-4DB2-BD59-A6C34878D82A}">
                    <a16:rowId xmlns:a16="http://schemas.microsoft.com/office/drawing/2014/main" val="3680307176"/>
                  </a:ext>
                </a:extLst>
              </a:tr>
              <a:tr h="242633">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1200" dirty="0"/>
                        <a:t>Model 3</a:t>
                      </a:r>
                      <a:endParaRPr lang="en-GB" sz="1200" dirty="0"/>
                    </a:p>
                  </a:txBody>
                  <a:tcPr/>
                </a:tc>
                <a:tc>
                  <a:txBody>
                    <a:bodyPr/>
                    <a:lstStyle/>
                    <a:p>
                      <a:r>
                        <a:rPr lang="en-GB" sz="1200" dirty="0"/>
                        <a:t>Hyper parameter list</a:t>
                      </a:r>
                    </a:p>
                  </a:txBody>
                  <a:tcPr/>
                </a:tc>
                <a:tc>
                  <a:txBody>
                    <a:bodyPr/>
                    <a:lstStyle/>
                    <a:p>
                      <a:r>
                        <a:rPr lang="en-GB" sz="1200" dirty="0"/>
                        <a:t>C%</a:t>
                      </a:r>
                    </a:p>
                  </a:txBody>
                  <a:tcPr/>
                </a:tc>
                <a:extLst>
                  <a:ext uri="{0D108BD9-81ED-4DB2-BD59-A6C34878D82A}">
                    <a16:rowId xmlns:a16="http://schemas.microsoft.com/office/drawing/2014/main" val="1144539082"/>
                  </a:ext>
                </a:extLst>
              </a:tr>
              <a:tr h="242633">
                <a:tc>
                  <a:txBody>
                    <a:bodyPr/>
                    <a:lstStyle/>
                    <a:p>
                      <a:r>
                        <a:rPr lang="en-US" sz="1200" dirty="0"/>
                        <a:t>Model 4 ….</a:t>
                      </a:r>
                      <a:endParaRPr lang="en-GB" sz="1200" dirty="0"/>
                    </a:p>
                  </a:txBody>
                  <a:tcPr/>
                </a:tc>
                <a:tc>
                  <a:txBody>
                    <a:bodyPr/>
                    <a:lstStyle/>
                    <a:p>
                      <a:r>
                        <a:rPr lang="en-GB" sz="1200" dirty="0"/>
                        <a:t>Hyper parameter list</a:t>
                      </a:r>
                    </a:p>
                  </a:txBody>
                  <a:tcPr/>
                </a:tc>
                <a:tc>
                  <a:txBody>
                    <a:bodyPr/>
                    <a:lstStyle/>
                    <a:p>
                      <a:r>
                        <a:rPr lang="en-GB" sz="1200" dirty="0"/>
                        <a:t>D%</a:t>
                      </a:r>
                    </a:p>
                  </a:txBody>
                  <a:tcPr/>
                </a:tc>
                <a:extLst>
                  <a:ext uri="{0D108BD9-81ED-4DB2-BD59-A6C34878D82A}">
                    <a16:rowId xmlns:a16="http://schemas.microsoft.com/office/drawing/2014/main" val="3656706315"/>
                  </a:ext>
                </a:extLst>
              </a:tr>
            </a:tbl>
          </a:graphicData>
        </a:graphic>
      </p:graphicFrame>
      <p:graphicFrame>
        <p:nvGraphicFramePr>
          <p:cNvPr id="2" name="Table 2">
            <a:extLst>
              <a:ext uri="{FF2B5EF4-FFF2-40B4-BE49-F238E27FC236}">
                <a16:creationId xmlns:a16="http://schemas.microsoft.com/office/drawing/2014/main" id="{50697821-56EE-B522-2650-CAC52B000E80}"/>
              </a:ext>
            </a:extLst>
          </p:cNvPr>
          <p:cNvGraphicFramePr>
            <a:graphicFrameLocks noGrp="1"/>
          </p:cNvGraphicFramePr>
          <p:nvPr>
            <p:extLst>
              <p:ext uri="{D42A27DB-BD31-4B8C-83A1-F6EECF244321}">
                <p14:modId xmlns:p14="http://schemas.microsoft.com/office/powerpoint/2010/main" val="1738814142"/>
              </p:ext>
            </p:extLst>
          </p:nvPr>
        </p:nvGraphicFramePr>
        <p:xfrm>
          <a:off x="589137" y="9555928"/>
          <a:ext cx="4178298" cy="1120548"/>
        </p:xfrm>
        <a:graphic>
          <a:graphicData uri="http://schemas.openxmlformats.org/drawingml/2006/table">
            <a:tbl>
              <a:tblPr firstRow="1" bandRow="1">
                <a:tableStyleId>{5C22544A-7EE6-4342-B048-85BDC9FD1C3A}</a:tableStyleId>
              </a:tblPr>
              <a:tblGrid>
                <a:gridCol w="1392766">
                  <a:extLst>
                    <a:ext uri="{9D8B030D-6E8A-4147-A177-3AD203B41FA5}">
                      <a16:colId xmlns:a16="http://schemas.microsoft.com/office/drawing/2014/main" val="3385219870"/>
                    </a:ext>
                  </a:extLst>
                </a:gridCol>
                <a:gridCol w="1392766">
                  <a:extLst>
                    <a:ext uri="{9D8B030D-6E8A-4147-A177-3AD203B41FA5}">
                      <a16:colId xmlns:a16="http://schemas.microsoft.com/office/drawing/2014/main" val="2134976436"/>
                    </a:ext>
                  </a:extLst>
                </a:gridCol>
                <a:gridCol w="1392766">
                  <a:extLst>
                    <a:ext uri="{9D8B030D-6E8A-4147-A177-3AD203B41FA5}">
                      <a16:colId xmlns:a16="http://schemas.microsoft.com/office/drawing/2014/main" val="629384850"/>
                    </a:ext>
                  </a:extLst>
                </a:gridCol>
              </a:tblGrid>
              <a:tr h="370840">
                <a:tc>
                  <a:txBody>
                    <a:bodyPr/>
                    <a:lstStyle/>
                    <a:p>
                      <a:r>
                        <a:rPr lang="en-GB" sz="1200" dirty="0"/>
                        <a:t>Actual / Predicted</a:t>
                      </a:r>
                    </a:p>
                  </a:txBody>
                  <a:tcPr/>
                </a:tc>
                <a:tc>
                  <a:txBody>
                    <a:bodyPr/>
                    <a:lstStyle/>
                    <a:p>
                      <a:r>
                        <a:rPr lang="en-GB" sz="1200" dirty="0"/>
                        <a:t>Good</a:t>
                      </a:r>
                    </a:p>
                  </a:txBody>
                  <a:tcPr/>
                </a:tc>
                <a:tc>
                  <a:txBody>
                    <a:bodyPr/>
                    <a:lstStyle/>
                    <a:p>
                      <a:r>
                        <a:rPr lang="en-GB" sz="1200" dirty="0"/>
                        <a:t>Bad</a:t>
                      </a:r>
                    </a:p>
                  </a:txBody>
                  <a:tcPr/>
                </a:tc>
                <a:extLst>
                  <a:ext uri="{0D108BD9-81ED-4DB2-BD59-A6C34878D82A}">
                    <a16:rowId xmlns:a16="http://schemas.microsoft.com/office/drawing/2014/main" val="2126179801"/>
                  </a:ext>
                </a:extLst>
              </a:tr>
              <a:tr h="370840">
                <a:tc>
                  <a:txBody>
                    <a:bodyPr/>
                    <a:lstStyle/>
                    <a:p>
                      <a:r>
                        <a:rPr lang="en-GB" sz="1200" dirty="0"/>
                        <a:t>Good</a:t>
                      </a:r>
                    </a:p>
                  </a:txBody>
                  <a:tcPr/>
                </a:tc>
                <a:tc>
                  <a:txBody>
                    <a:bodyPr/>
                    <a:lstStyle/>
                    <a:p>
                      <a:r>
                        <a:rPr lang="en-GB" sz="1200" dirty="0"/>
                        <a:t>X</a:t>
                      </a:r>
                    </a:p>
                  </a:txBody>
                  <a:tcPr/>
                </a:tc>
                <a:tc>
                  <a:txBody>
                    <a:bodyPr/>
                    <a:lstStyle/>
                    <a:p>
                      <a:r>
                        <a:rPr lang="en-US" sz="1200" dirty="0"/>
                        <a:t>X</a:t>
                      </a:r>
                      <a:endParaRPr lang="en-GB" sz="1200" dirty="0"/>
                    </a:p>
                  </a:txBody>
                  <a:tcPr/>
                </a:tc>
                <a:extLst>
                  <a:ext uri="{0D108BD9-81ED-4DB2-BD59-A6C34878D82A}">
                    <a16:rowId xmlns:a16="http://schemas.microsoft.com/office/drawing/2014/main" val="1186692526"/>
                  </a:ext>
                </a:extLst>
              </a:tr>
              <a:tr h="378868">
                <a:tc>
                  <a:txBody>
                    <a:bodyPr/>
                    <a:lstStyle/>
                    <a:p>
                      <a:r>
                        <a:rPr lang="en-GB" sz="1200" dirty="0"/>
                        <a:t>Bad</a:t>
                      </a:r>
                    </a:p>
                  </a:txBody>
                  <a:tcPr/>
                </a:tc>
                <a:tc>
                  <a:txBody>
                    <a:bodyPr/>
                    <a:lstStyle/>
                    <a:p>
                      <a:r>
                        <a:rPr lang="en-US" sz="1200" dirty="0"/>
                        <a:t>X</a:t>
                      </a:r>
                      <a:endParaRPr lang="en-GB" sz="1200" dirty="0"/>
                    </a:p>
                  </a:txBody>
                  <a:tcPr/>
                </a:tc>
                <a:tc>
                  <a:txBody>
                    <a:bodyPr/>
                    <a:lstStyle/>
                    <a:p>
                      <a:r>
                        <a:rPr lang="en-US" sz="1200" dirty="0"/>
                        <a:t>X</a:t>
                      </a:r>
                      <a:endParaRPr lang="en-GB" sz="1200" dirty="0"/>
                    </a:p>
                  </a:txBody>
                  <a:tcPr/>
                </a:tc>
                <a:extLst>
                  <a:ext uri="{0D108BD9-81ED-4DB2-BD59-A6C34878D82A}">
                    <a16:rowId xmlns:a16="http://schemas.microsoft.com/office/drawing/2014/main" val="788774926"/>
                  </a:ext>
                </a:extLst>
              </a:tr>
            </a:tbl>
          </a:graphicData>
        </a:graphic>
      </p:graphicFrame>
      <p:sp>
        <p:nvSpPr>
          <p:cNvPr id="8" name="TextBox 7">
            <a:extLst>
              <a:ext uri="{FF2B5EF4-FFF2-40B4-BE49-F238E27FC236}">
                <a16:creationId xmlns:a16="http://schemas.microsoft.com/office/drawing/2014/main" id="{53F18AD2-7D7C-86A1-617F-5ED4C88C525F}"/>
              </a:ext>
            </a:extLst>
          </p:cNvPr>
          <p:cNvSpPr txBox="1"/>
          <p:nvPr/>
        </p:nvSpPr>
        <p:spPr>
          <a:xfrm>
            <a:off x="358007" y="232391"/>
            <a:ext cx="8885186" cy="523220"/>
          </a:xfrm>
          <a:prstGeom prst="rect">
            <a:avLst/>
          </a:prstGeom>
          <a:noFill/>
        </p:spPr>
        <p:txBody>
          <a:bodyPr wrap="square" lIns="91440" tIns="45720" rIns="91440" bIns="45720" rtlCol="0" anchor="t">
            <a:spAutoFit/>
          </a:bodyPr>
          <a:lstStyle/>
          <a:p>
            <a:r>
              <a:rPr lang="en-GB" sz="2800" dirty="0"/>
              <a:t>CSCU9M5 Assignment 1. Student Number </a:t>
            </a:r>
            <a:r>
              <a:rPr lang="en-GB" sz="2800" dirty="0" err="1"/>
              <a:t>xxxxxx</a:t>
            </a:r>
            <a:endParaRPr lang="en-GB" sz="2800" dirty="0">
              <a:ea typeface="Calibri" panose="020F0502020204030204"/>
              <a:cs typeface="Calibri" panose="020F0502020204030204"/>
            </a:endParaRPr>
          </a:p>
        </p:txBody>
      </p:sp>
      <p:sp>
        <p:nvSpPr>
          <p:cNvPr id="10" name="Rectangle 9">
            <a:extLst>
              <a:ext uri="{FF2B5EF4-FFF2-40B4-BE49-F238E27FC236}">
                <a16:creationId xmlns:a16="http://schemas.microsoft.com/office/drawing/2014/main" id="{61114EC5-034B-1ADA-C1F8-62FDCCE2A9A4}"/>
              </a:ext>
            </a:extLst>
          </p:cNvPr>
          <p:cNvSpPr/>
          <p:nvPr/>
        </p:nvSpPr>
        <p:spPr>
          <a:xfrm>
            <a:off x="592443" y="4798918"/>
            <a:ext cx="1398030" cy="724214"/>
          </a:xfrm>
          <a:prstGeom prst="rect">
            <a:avLst/>
          </a:prstGeom>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Before Cleaning</a:t>
            </a:r>
            <a:endParaRPr lang="en-GB" dirty="0"/>
          </a:p>
        </p:txBody>
      </p:sp>
      <p:sp>
        <p:nvSpPr>
          <p:cNvPr id="12" name="Rectangle 11">
            <a:extLst>
              <a:ext uri="{FF2B5EF4-FFF2-40B4-BE49-F238E27FC236}">
                <a16:creationId xmlns:a16="http://schemas.microsoft.com/office/drawing/2014/main" id="{6DA0385D-A5DD-C169-AF26-24FFB0DB2E30}"/>
              </a:ext>
            </a:extLst>
          </p:cNvPr>
          <p:cNvSpPr/>
          <p:nvPr/>
        </p:nvSpPr>
        <p:spPr>
          <a:xfrm>
            <a:off x="2403013" y="4799678"/>
            <a:ext cx="1398030" cy="724214"/>
          </a:xfrm>
          <a:prstGeom prst="rect">
            <a:avLst/>
          </a:prstGeom>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After Cleaning</a:t>
            </a:r>
            <a:endParaRPr lang="en-GB" dirty="0"/>
          </a:p>
        </p:txBody>
      </p:sp>
      <p:sp>
        <p:nvSpPr>
          <p:cNvPr id="13" name="TextBox 12">
            <a:extLst>
              <a:ext uri="{FF2B5EF4-FFF2-40B4-BE49-F238E27FC236}">
                <a16:creationId xmlns:a16="http://schemas.microsoft.com/office/drawing/2014/main" id="{CA1EAAA5-A1A2-3B0D-12F1-60B2E50A677D}"/>
              </a:ext>
            </a:extLst>
          </p:cNvPr>
          <p:cNvSpPr txBox="1"/>
          <p:nvPr/>
        </p:nvSpPr>
        <p:spPr>
          <a:xfrm>
            <a:off x="1291458" y="7603951"/>
            <a:ext cx="2320660" cy="830997"/>
          </a:xfrm>
          <a:prstGeom prst="rect">
            <a:avLst/>
          </a:prstGeom>
          <a:noFill/>
          <a:ln w="38100">
            <a:noFill/>
          </a:ln>
        </p:spPr>
        <p:txBody>
          <a:bodyPr wrap="square" rtlCol="0">
            <a:spAutoFit/>
          </a:bodyPr>
          <a:lstStyle/>
          <a:p>
            <a:r>
              <a:rPr lang="en-US" sz="1200" dirty="0">
                <a:solidFill>
                  <a:prstClr val="black"/>
                </a:solidFill>
                <a:latin typeface="Calibri" panose="020F0502020204030204"/>
              </a:rPr>
              <a:t>Explain here how you chose the hyper parameter settings to explore and how you ran your experiments.</a:t>
            </a:r>
            <a:endParaRPr lang="en-GB" sz="1200" dirty="0">
              <a:solidFill>
                <a:prstClr val="black"/>
              </a:solidFill>
              <a:latin typeface="Calibri" panose="020F0502020204030204"/>
            </a:endParaRPr>
          </a:p>
        </p:txBody>
      </p:sp>
      <p:sp>
        <p:nvSpPr>
          <p:cNvPr id="9" name="TextBox 8">
            <a:extLst>
              <a:ext uri="{FF2B5EF4-FFF2-40B4-BE49-F238E27FC236}">
                <a16:creationId xmlns:a16="http://schemas.microsoft.com/office/drawing/2014/main" id="{F206284C-0E38-E129-A921-7FCAD4177EEC}"/>
              </a:ext>
            </a:extLst>
          </p:cNvPr>
          <p:cNvSpPr txBox="1"/>
          <p:nvPr/>
        </p:nvSpPr>
        <p:spPr>
          <a:xfrm>
            <a:off x="480777" y="787770"/>
            <a:ext cx="3830021" cy="1838965"/>
          </a:xfrm>
          <a:prstGeom prst="rect">
            <a:avLst/>
          </a:prstGeom>
          <a:noFill/>
          <a:ln w="38100">
            <a:solidFill>
              <a:schemeClr val="accent1">
                <a:lumMod val="60000"/>
                <a:lumOff val="40000"/>
              </a:schemeClr>
            </a:solidFill>
          </a:ln>
        </p:spPr>
        <p:txBody>
          <a:bodyPr wrap="square" lIns="91440" tIns="45720" rIns="91440" bIns="45720" anchor="t">
            <a:spAutoFit/>
          </a:bodyPr>
          <a:lstStyle/>
          <a:p>
            <a:r>
              <a:rPr lang="en-GB" sz="2000" dirty="0"/>
              <a:t>2. Project Methodology</a:t>
            </a:r>
          </a:p>
          <a:p>
            <a:pPr marL="228600" indent="-228600">
              <a:buAutoNum type="arabicPeriod"/>
            </a:pPr>
            <a:r>
              <a:rPr lang="en-GB" sz="1050" dirty="0"/>
              <a:t>List the steps you took to carry out the project</a:t>
            </a:r>
            <a:endParaRPr lang="en-GB" sz="1050" dirty="0">
              <a:ea typeface="Calibri"/>
              <a:cs typeface="Calibri"/>
            </a:endParaRPr>
          </a:p>
          <a:p>
            <a:pPr marL="228600" indent="-228600">
              <a:buAutoNum type="arabicPeriod"/>
            </a:pPr>
            <a:r>
              <a:rPr lang="en-GB" sz="1050" dirty="0"/>
              <a:t>Include train/validate/test split and model selection</a:t>
            </a:r>
            <a:endParaRPr lang="en-GB" sz="1050" dirty="0">
              <a:ea typeface="Calibri"/>
              <a:cs typeface="Calibri"/>
            </a:endParaRPr>
          </a:p>
          <a:p>
            <a:pPr marL="228600" indent="-228600">
              <a:buAutoNum type="arabicPeriod"/>
            </a:pPr>
            <a:r>
              <a:rPr lang="en-GB" sz="1050" dirty="0"/>
              <a:t>This list should cover ALL the steps in the process</a:t>
            </a:r>
            <a:endParaRPr lang="en-GB" sz="1050" dirty="0">
              <a:ea typeface="Calibri"/>
              <a:cs typeface="Calibri"/>
            </a:endParaRPr>
          </a:p>
          <a:p>
            <a:pPr marL="228600" indent="-228600">
              <a:buAutoNum type="arabicPeriod"/>
            </a:pPr>
            <a:r>
              <a:rPr lang="en-GB" sz="1050" dirty="0"/>
              <a:t>…</a:t>
            </a:r>
            <a:endParaRPr lang="en-GB" sz="1050" dirty="0">
              <a:ea typeface="Calibri"/>
              <a:cs typeface="Calibri"/>
            </a:endParaRPr>
          </a:p>
          <a:p>
            <a:pPr marL="228600" indent="-228600">
              <a:buAutoNum type="arabicPeriod"/>
            </a:pPr>
            <a:r>
              <a:rPr lang="en-GB" sz="1050" dirty="0"/>
              <a:t>…</a:t>
            </a:r>
            <a:endParaRPr lang="en-GB" sz="1200" dirty="0"/>
          </a:p>
          <a:p>
            <a:endParaRPr lang="en-GB" sz="1200" dirty="0"/>
          </a:p>
          <a:p>
            <a:endParaRPr lang="en-GB" sz="800" dirty="0"/>
          </a:p>
          <a:p>
            <a:endParaRPr lang="en-GB" sz="800" dirty="0"/>
          </a:p>
          <a:p>
            <a:endParaRPr lang="en-GB" sz="100" dirty="0"/>
          </a:p>
          <a:p>
            <a:endParaRPr lang="en-GB" sz="100" dirty="0"/>
          </a:p>
          <a:p>
            <a:endParaRPr lang="en-GB" sz="100" dirty="0"/>
          </a:p>
          <a:p>
            <a:endParaRPr lang="en-GB" sz="100" dirty="0"/>
          </a:p>
          <a:p>
            <a:endParaRPr lang="en-GB" sz="100" dirty="0"/>
          </a:p>
          <a:p>
            <a:endParaRPr lang="en-GB" sz="100" dirty="0"/>
          </a:p>
          <a:p>
            <a:endParaRPr lang="en-GB" sz="100" dirty="0"/>
          </a:p>
          <a:p>
            <a:endParaRPr lang="en-GB" sz="100" dirty="0"/>
          </a:p>
          <a:p>
            <a:endParaRPr lang="en-GB" sz="100" dirty="0"/>
          </a:p>
          <a:p>
            <a:endParaRPr lang="en-GB" sz="100" dirty="0"/>
          </a:p>
          <a:p>
            <a:endParaRPr lang="en-GB" sz="100" dirty="0"/>
          </a:p>
          <a:p>
            <a:endParaRPr lang="en-GB" sz="100" dirty="0"/>
          </a:p>
          <a:p>
            <a:endParaRPr lang="en-GB" sz="100" dirty="0"/>
          </a:p>
        </p:txBody>
      </p:sp>
      <p:sp>
        <p:nvSpPr>
          <p:cNvPr id="16" name="TextBox 15">
            <a:extLst>
              <a:ext uri="{FF2B5EF4-FFF2-40B4-BE49-F238E27FC236}">
                <a16:creationId xmlns:a16="http://schemas.microsoft.com/office/drawing/2014/main" id="{303339E9-D30D-6514-92CD-6CDE78311274}"/>
              </a:ext>
            </a:extLst>
          </p:cNvPr>
          <p:cNvSpPr txBox="1"/>
          <p:nvPr/>
        </p:nvSpPr>
        <p:spPr>
          <a:xfrm>
            <a:off x="524029" y="2817537"/>
            <a:ext cx="3830022" cy="3308598"/>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2000" b="0" i="0" u="none" strike="noStrike" kern="1200" cap="none" spc="0" normalizeH="0" baseline="0" noProof="0" dirty="0">
                <a:ln>
                  <a:noFill/>
                </a:ln>
                <a:solidFill>
                  <a:prstClr val="black"/>
                </a:solidFill>
                <a:effectLst/>
                <a:uLnTx/>
                <a:uFillTx/>
                <a:latin typeface="Calibri" panose="020F0502020204030204"/>
                <a:ea typeface="+mn-ea"/>
                <a:cs typeface="+mn-cs"/>
              </a:rPr>
              <a:t>4. </a:t>
            </a:r>
            <a:r>
              <a:rPr kumimoji="0" lang="en-GB" sz="2000" b="0" i="0" u="none" strike="noStrike" kern="1200" cap="none" spc="0" normalizeH="0" baseline="0" noProof="0">
                <a:ln>
                  <a:noFill/>
                </a:ln>
                <a:solidFill>
                  <a:prstClr val="black"/>
                </a:solidFill>
                <a:effectLst/>
                <a:uLnTx/>
                <a:uFillTx/>
                <a:latin typeface="Calibri" panose="020F0502020204030204"/>
                <a:ea typeface="+mn-ea"/>
                <a:cs typeface="+mn-cs"/>
              </a:rPr>
              <a:t>Data Preparation</a:t>
            </a:r>
            <a:endParaRPr kumimoji="0" lang="en-GB" sz="2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Show two histograms here. One should show the distribution of one</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variable before it has been cleaned. The other should show the</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distribution of the same variable after cleaning. Choose a variable</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that needs to be cleaned!!</a:t>
            </a:r>
          </a:p>
          <a:p>
            <a:pPr marL="0" marR="0" lvl="0" indent="0" algn="l" defTabSz="1706910" rtl="0" eaLnBrk="1" fontAlgn="auto" latinLnBrk="0" hangingPunct="1">
              <a:lnSpc>
                <a:spcPct val="100000"/>
              </a:lnSpc>
              <a:spcBef>
                <a:spcPts val="0"/>
              </a:spcBef>
              <a:spcAft>
                <a:spcPts val="0"/>
              </a:spcAft>
              <a:buClrTx/>
              <a:buSzTx/>
              <a:buFontTx/>
              <a:buNone/>
              <a:tabLst/>
              <a:defRPr/>
            </a:pPr>
            <a:endParaRPr lang="en-GB" sz="105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GB" sz="1050" dirty="0">
              <a:solidFill>
                <a:prstClr val="black"/>
              </a:solidFill>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GB" sz="1050" dirty="0">
              <a:solidFill>
                <a:prstClr val="black"/>
              </a:solidFill>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GB" sz="1050" dirty="0">
              <a:solidFill>
                <a:prstClr val="black"/>
              </a:solidFill>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GB" sz="1050" dirty="0">
              <a:solidFill>
                <a:prstClr val="black"/>
              </a:solidFill>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GB" sz="1050" dirty="0">
              <a:solidFill>
                <a:prstClr val="black"/>
              </a:solidFill>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p:txBody>
      </p:sp>
      <p:sp>
        <p:nvSpPr>
          <p:cNvPr id="22" name="TextBox 21">
            <a:extLst>
              <a:ext uri="{FF2B5EF4-FFF2-40B4-BE49-F238E27FC236}">
                <a16:creationId xmlns:a16="http://schemas.microsoft.com/office/drawing/2014/main" id="{A963A857-22CD-BC85-9293-B211890D5A3A}"/>
              </a:ext>
            </a:extLst>
          </p:cNvPr>
          <p:cNvSpPr txBox="1"/>
          <p:nvPr/>
        </p:nvSpPr>
        <p:spPr>
          <a:xfrm>
            <a:off x="4914384" y="9812406"/>
            <a:ext cx="4178298" cy="253916"/>
          </a:xfrm>
          <a:prstGeom prst="rect">
            <a:avLst/>
          </a:prstGeom>
          <a:noFill/>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Explain what the confusion matrix tells us.</a:t>
            </a:r>
          </a:p>
        </p:txBody>
      </p:sp>
      <p:sp>
        <p:nvSpPr>
          <p:cNvPr id="3" name="TextBox 2">
            <a:extLst>
              <a:ext uri="{FF2B5EF4-FFF2-40B4-BE49-F238E27FC236}">
                <a16:creationId xmlns:a16="http://schemas.microsoft.com/office/drawing/2014/main" id="{483CDE9C-72DC-E883-E910-51206EB5A594}"/>
              </a:ext>
            </a:extLst>
          </p:cNvPr>
          <p:cNvSpPr txBox="1"/>
          <p:nvPr/>
        </p:nvSpPr>
        <p:spPr>
          <a:xfrm>
            <a:off x="524029" y="10977048"/>
            <a:ext cx="8847947" cy="923330"/>
          </a:xfrm>
          <a:prstGeom prst="rect">
            <a:avLst/>
          </a:prstGeom>
          <a:noFill/>
          <a:ln w="38100">
            <a:solidFill>
              <a:schemeClr val="accent1">
                <a:lumMod val="60000"/>
                <a:lumOff val="40000"/>
              </a:schemeClr>
            </a:solidFill>
          </a:ln>
        </p:spPr>
        <p:txBody>
          <a:bodyPr wrap="square" lIns="91440" tIns="45720" rIns="91440" bIns="45720" rtlCol="0" anchor="t">
            <a:spAutoFit/>
          </a:bodyPr>
          <a:lstStyle/>
          <a:p>
            <a:r>
              <a:rPr lang="en-GB" sz="2000" dirty="0"/>
              <a:t>7. Insight about data </a:t>
            </a:r>
            <a:r>
              <a:rPr lang="en-GB" sz="2000" b="0" i="0" dirty="0">
                <a:solidFill>
                  <a:srgbClr val="000000"/>
                </a:solidFill>
                <a:effectLst/>
                <a:latin typeface="Calibri"/>
                <a:ea typeface="Calibri"/>
                <a:cs typeface="Calibri"/>
              </a:rPr>
              <a:t>or </a:t>
            </a:r>
            <a:r>
              <a:rPr lang="en-GB" sz="2000" dirty="0">
                <a:solidFill>
                  <a:srgbClr val="000000"/>
                </a:solidFill>
                <a:latin typeface="Calibri"/>
                <a:ea typeface="Calibri"/>
                <a:cs typeface="Calibri"/>
              </a:rPr>
              <a:t>models gained</a:t>
            </a:r>
          </a:p>
          <a:p>
            <a:endParaRPr lang="en-GB" sz="1200" dirty="0">
              <a:solidFill>
                <a:srgbClr val="000000"/>
              </a:solidFill>
              <a:latin typeface="Calibri"/>
              <a:ea typeface="Calibri"/>
              <a:cs typeface="Calibri"/>
            </a:endParaRPr>
          </a:p>
          <a:p>
            <a:pPr marL="457200" indent="-457200">
              <a:buFont typeface="Arial,Sans-Serif"/>
              <a:buChar char="•"/>
            </a:pPr>
            <a:r>
              <a:rPr lang="en-GB" sz="1100" dirty="0">
                <a:solidFill>
                  <a:srgbClr val="000000"/>
                </a:solidFill>
                <a:latin typeface="Calibri"/>
                <a:ea typeface="Calibri"/>
                <a:cs typeface="Calibri"/>
              </a:rPr>
              <a:t>For example</a:t>
            </a:r>
            <a:r>
              <a:rPr lang="en-GB" sz="1100" b="0" i="0" dirty="0">
                <a:solidFill>
                  <a:srgbClr val="000000"/>
                </a:solidFill>
                <a:effectLst/>
                <a:latin typeface="Calibri"/>
                <a:ea typeface="Calibri"/>
                <a:cs typeface="Calibri"/>
              </a:rPr>
              <a:t>, </a:t>
            </a:r>
            <a:r>
              <a:rPr lang="en-GB" sz="1100" dirty="0">
                <a:solidFill>
                  <a:srgbClr val="000000"/>
                </a:solidFill>
                <a:latin typeface="Calibri"/>
                <a:ea typeface="Calibri"/>
                <a:cs typeface="Calibri"/>
              </a:rPr>
              <a:t>did you learn anything about specific features that drive the model? Is the model biased towards particular groups in the data? Is the model you've chosen good for helping us to understand why particular predictions are made?</a:t>
            </a:r>
            <a:endParaRPr lang="en-US" sz="1100" dirty="0">
              <a:solidFill>
                <a:srgbClr val="000000"/>
              </a:solidFill>
              <a:latin typeface="Calibri"/>
              <a:ea typeface="Calibri"/>
              <a:cs typeface="Calibri"/>
            </a:endParaRPr>
          </a:p>
        </p:txBody>
      </p:sp>
      <p:graphicFrame>
        <p:nvGraphicFramePr>
          <p:cNvPr id="19" name="Table 18">
            <a:extLst>
              <a:ext uri="{FF2B5EF4-FFF2-40B4-BE49-F238E27FC236}">
                <a16:creationId xmlns:a16="http://schemas.microsoft.com/office/drawing/2014/main" id="{F586504E-E0C4-AFDD-B446-9114711C7538}"/>
              </a:ext>
            </a:extLst>
          </p:cNvPr>
          <p:cNvGraphicFramePr>
            <a:graphicFrameLocks noGrp="1"/>
          </p:cNvGraphicFramePr>
          <p:nvPr>
            <p:extLst>
              <p:ext uri="{D42A27DB-BD31-4B8C-83A1-F6EECF244321}">
                <p14:modId xmlns:p14="http://schemas.microsoft.com/office/powerpoint/2010/main" val="2455559291"/>
              </p:ext>
            </p:extLst>
          </p:nvPr>
        </p:nvGraphicFramePr>
        <p:xfrm>
          <a:off x="4775726" y="1392092"/>
          <a:ext cx="4116658" cy="3017520"/>
        </p:xfrm>
        <a:graphic>
          <a:graphicData uri="http://schemas.openxmlformats.org/drawingml/2006/table">
            <a:tbl>
              <a:tblPr firstRow="1" bandRow="1">
                <a:tableStyleId>{5C22544A-7EE6-4342-B048-85BDC9FD1C3A}</a:tableStyleId>
              </a:tblPr>
              <a:tblGrid>
                <a:gridCol w="1573823">
                  <a:extLst>
                    <a:ext uri="{9D8B030D-6E8A-4147-A177-3AD203B41FA5}">
                      <a16:colId xmlns:a16="http://schemas.microsoft.com/office/drawing/2014/main" val="4277499917"/>
                    </a:ext>
                  </a:extLst>
                </a:gridCol>
                <a:gridCol w="2542835">
                  <a:extLst>
                    <a:ext uri="{9D8B030D-6E8A-4147-A177-3AD203B41FA5}">
                      <a16:colId xmlns:a16="http://schemas.microsoft.com/office/drawing/2014/main" val="3438916551"/>
                    </a:ext>
                  </a:extLst>
                </a:gridCol>
              </a:tblGrid>
              <a:tr h="229871">
                <a:tc>
                  <a:txBody>
                    <a:bodyPr/>
                    <a:lstStyle/>
                    <a:p>
                      <a:pPr algn="ctr"/>
                      <a:r>
                        <a:rPr lang="en-US" sz="1200" dirty="0"/>
                        <a:t>Variables</a:t>
                      </a:r>
                    </a:p>
                  </a:txBody>
                  <a:tcPr/>
                </a:tc>
                <a:tc>
                  <a:txBody>
                    <a:bodyPr/>
                    <a:lstStyle/>
                    <a:p>
                      <a:pPr algn="ctr"/>
                      <a:r>
                        <a:rPr lang="en-US" sz="1200" dirty="0"/>
                        <a:t>type</a:t>
                      </a:r>
                    </a:p>
                  </a:txBody>
                  <a:tcPr/>
                </a:tc>
                <a:extLst>
                  <a:ext uri="{0D108BD9-81ED-4DB2-BD59-A6C34878D82A}">
                    <a16:rowId xmlns:a16="http://schemas.microsoft.com/office/drawing/2014/main" val="395403175"/>
                  </a:ext>
                </a:extLst>
              </a:tr>
              <a:tr h="229871">
                <a:tc>
                  <a:txBody>
                    <a:bodyPr/>
                    <a:lstStyle/>
                    <a:p>
                      <a:pPr algn="ctr"/>
                      <a:r>
                        <a:rPr lang="en-US" sz="1200" dirty="0"/>
                        <a:t>Month </a:t>
                      </a:r>
                    </a:p>
                  </a:txBody>
                  <a:tcPr/>
                </a:tc>
                <a:tc>
                  <a:txBody>
                    <a:bodyPr/>
                    <a:lstStyle/>
                    <a:p>
                      <a:pPr algn="ctr"/>
                      <a:r>
                        <a:rPr lang="en-US" sz="1200" dirty="0"/>
                        <a:t>Categorical (nominal)</a:t>
                      </a:r>
                    </a:p>
                  </a:txBody>
                  <a:tcPr/>
                </a:tc>
                <a:extLst>
                  <a:ext uri="{0D108BD9-81ED-4DB2-BD59-A6C34878D82A}">
                    <a16:rowId xmlns:a16="http://schemas.microsoft.com/office/drawing/2014/main" val="435795259"/>
                  </a:ext>
                </a:extLst>
              </a:tr>
              <a:tr h="229871">
                <a:tc>
                  <a:txBody>
                    <a:bodyPr/>
                    <a:lstStyle/>
                    <a:p>
                      <a:pPr algn="ctr"/>
                      <a:r>
                        <a:rPr lang="en-US" sz="1200" dirty="0"/>
                        <a:t>FFMC</a:t>
                      </a:r>
                    </a:p>
                  </a:txBody>
                  <a:tcPr/>
                </a:tc>
                <a:tc>
                  <a:txBody>
                    <a:bodyPr/>
                    <a:lstStyle/>
                    <a:p>
                      <a:pPr algn="ctr"/>
                      <a:r>
                        <a:rPr lang="en-US" sz="1200" dirty="0"/>
                        <a:t>Numeric (continuous )</a:t>
                      </a:r>
                    </a:p>
                  </a:txBody>
                  <a:tcPr/>
                </a:tc>
                <a:extLst>
                  <a:ext uri="{0D108BD9-81ED-4DB2-BD59-A6C34878D82A}">
                    <a16:rowId xmlns:a16="http://schemas.microsoft.com/office/drawing/2014/main" val="2412655748"/>
                  </a:ext>
                </a:extLst>
              </a:tr>
              <a:tr h="229871">
                <a:tc>
                  <a:txBody>
                    <a:bodyPr/>
                    <a:lstStyle/>
                    <a:p>
                      <a:pPr algn="ctr"/>
                      <a:r>
                        <a:rPr lang="en-US" sz="1200" dirty="0"/>
                        <a:t>DMC</a:t>
                      </a:r>
                    </a:p>
                  </a:txBody>
                  <a:tcPr/>
                </a:tc>
                <a:tc>
                  <a:txBody>
                    <a:bodyPr/>
                    <a:lstStyle/>
                    <a:p>
                      <a:pPr marL="0" marR="0" lvl="0" indent="0" algn="ctr" defTabSz="1706910" rtl="0" eaLnBrk="1" fontAlgn="auto" latinLnBrk="0" hangingPunct="1">
                        <a:lnSpc>
                          <a:spcPct val="100000"/>
                        </a:lnSpc>
                        <a:spcBef>
                          <a:spcPts val="0"/>
                        </a:spcBef>
                        <a:spcAft>
                          <a:spcPts val="0"/>
                        </a:spcAft>
                        <a:buClrTx/>
                        <a:buSzTx/>
                        <a:buFontTx/>
                        <a:buNone/>
                        <a:tabLst/>
                        <a:defRPr/>
                      </a:pPr>
                      <a:r>
                        <a:rPr lang="en-US" sz="1200" dirty="0"/>
                        <a:t>Numeric (continuous )</a:t>
                      </a:r>
                    </a:p>
                  </a:txBody>
                  <a:tcPr/>
                </a:tc>
                <a:extLst>
                  <a:ext uri="{0D108BD9-81ED-4DB2-BD59-A6C34878D82A}">
                    <a16:rowId xmlns:a16="http://schemas.microsoft.com/office/drawing/2014/main" val="384706957"/>
                  </a:ext>
                </a:extLst>
              </a:tr>
              <a:tr h="229871">
                <a:tc>
                  <a:txBody>
                    <a:bodyPr/>
                    <a:lstStyle/>
                    <a:p>
                      <a:pPr algn="ctr"/>
                      <a:r>
                        <a:rPr lang="en-US" sz="1200" dirty="0"/>
                        <a:t>DC</a:t>
                      </a:r>
                    </a:p>
                  </a:txBody>
                  <a:tcPr/>
                </a:tc>
                <a:tc>
                  <a:txBody>
                    <a:bodyPr/>
                    <a:lstStyle/>
                    <a:p>
                      <a:pPr marL="0" marR="0" lvl="0" indent="0" algn="ctr" defTabSz="1706910" rtl="0" eaLnBrk="1" fontAlgn="auto" latinLnBrk="0" hangingPunct="1">
                        <a:lnSpc>
                          <a:spcPct val="100000"/>
                        </a:lnSpc>
                        <a:spcBef>
                          <a:spcPts val="0"/>
                        </a:spcBef>
                        <a:spcAft>
                          <a:spcPts val="0"/>
                        </a:spcAft>
                        <a:buClrTx/>
                        <a:buSzTx/>
                        <a:buFontTx/>
                        <a:buNone/>
                        <a:tabLst/>
                        <a:defRPr/>
                      </a:pPr>
                      <a:r>
                        <a:rPr lang="en-US" sz="1200" dirty="0"/>
                        <a:t>Numeric (continuous )</a:t>
                      </a:r>
                    </a:p>
                  </a:txBody>
                  <a:tcPr/>
                </a:tc>
                <a:extLst>
                  <a:ext uri="{0D108BD9-81ED-4DB2-BD59-A6C34878D82A}">
                    <a16:rowId xmlns:a16="http://schemas.microsoft.com/office/drawing/2014/main" val="3616807086"/>
                  </a:ext>
                </a:extLst>
              </a:tr>
              <a:tr h="229871">
                <a:tc>
                  <a:txBody>
                    <a:bodyPr/>
                    <a:lstStyle/>
                    <a:p>
                      <a:pPr algn="ctr"/>
                      <a:r>
                        <a:rPr lang="en-US" sz="1200" dirty="0"/>
                        <a:t>ISI</a:t>
                      </a:r>
                    </a:p>
                  </a:txBody>
                  <a:tcPr/>
                </a:tc>
                <a:tc>
                  <a:txBody>
                    <a:bodyPr/>
                    <a:lstStyle/>
                    <a:p>
                      <a:pPr marL="0" marR="0" lvl="0" indent="0" algn="ctr" defTabSz="1706910" rtl="0" eaLnBrk="1" fontAlgn="auto" latinLnBrk="0" hangingPunct="1">
                        <a:lnSpc>
                          <a:spcPct val="100000"/>
                        </a:lnSpc>
                        <a:spcBef>
                          <a:spcPts val="0"/>
                        </a:spcBef>
                        <a:spcAft>
                          <a:spcPts val="0"/>
                        </a:spcAft>
                        <a:buClrTx/>
                        <a:buSzTx/>
                        <a:buFontTx/>
                        <a:buNone/>
                        <a:tabLst/>
                        <a:defRPr/>
                      </a:pPr>
                      <a:r>
                        <a:rPr lang="en-US" sz="1200" dirty="0"/>
                        <a:t>Numeric (continuous )</a:t>
                      </a:r>
                    </a:p>
                  </a:txBody>
                  <a:tcPr/>
                </a:tc>
                <a:extLst>
                  <a:ext uri="{0D108BD9-81ED-4DB2-BD59-A6C34878D82A}">
                    <a16:rowId xmlns:a16="http://schemas.microsoft.com/office/drawing/2014/main" val="1238404998"/>
                  </a:ext>
                </a:extLst>
              </a:tr>
              <a:tr h="229871">
                <a:tc>
                  <a:txBody>
                    <a:bodyPr/>
                    <a:lstStyle/>
                    <a:p>
                      <a:pPr algn="ctr"/>
                      <a:r>
                        <a:rPr lang="en-US" sz="1200" dirty="0"/>
                        <a:t>Temp</a:t>
                      </a:r>
                    </a:p>
                  </a:txBody>
                  <a:tcPr/>
                </a:tc>
                <a:tc>
                  <a:txBody>
                    <a:bodyPr/>
                    <a:lstStyle/>
                    <a:p>
                      <a:pPr marL="0" marR="0" lvl="0" indent="0" algn="ctr" defTabSz="1706910" rtl="0" eaLnBrk="1" fontAlgn="auto" latinLnBrk="0" hangingPunct="1">
                        <a:lnSpc>
                          <a:spcPct val="100000"/>
                        </a:lnSpc>
                        <a:spcBef>
                          <a:spcPts val="0"/>
                        </a:spcBef>
                        <a:spcAft>
                          <a:spcPts val="0"/>
                        </a:spcAft>
                        <a:buClrTx/>
                        <a:buSzTx/>
                        <a:buFontTx/>
                        <a:buNone/>
                        <a:tabLst/>
                        <a:defRPr/>
                      </a:pPr>
                      <a:r>
                        <a:rPr lang="en-US" sz="1200" dirty="0"/>
                        <a:t>Numeric (continuous )</a:t>
                      </a:r>
                    </a:p>
                  </a:txBody>
                  <a:tcPr/>
                </a:tc>
                <a:extLst>
                  <a:ext uri="{0D108BD9-81ED-4DB2-BD59-A6C34878D82A}">
                    <a16:rowId xmlns:a16="http://schemas.microsoft.com/office/drawing/2014/main" val="1421764954"/>
                  </a:ext>
                </a:extLst>
              </a:tr>
              <a:tr h="229871">
                <a:tc>
                  <a:txBody>
                    <a:bodyPr/>
                    <a:lstStyle/>
                    <a:p>
                      <a:pPr algn="ctr"/>
                      <a:r>
                        <a:rPr lang="en-US" sz="1200" dirty="0"/>
                        <a:t>RH</a:t>
                      </a:r>
                    </a:p>
                  </a:txBody>
                  <a:tcPr/>
                </a:tc>
                <a:tc>
                  <a:txBody>
                    <a:bodyPr/>
                    <a:lstStyle/>
                    <a:p>
                      <a:pPr marL="0" marR="0" lvl="0" indent="0" algn="ctr" defTabSz="1706910" rtl="0" eaLnBrk="1" fontAlgn="auto" latinLnBrk="0" hangingPunct="1">
                        <a:lnSpc>
                          <a:spcPct val="100000"/>
                        </a:lnSpc>
                        <a:spcBef>
                          <a:spcPts val="0"/>
                        </a:spcBef>
                        <a:spcAft>
                          <a:spcPts val="0"/>
                        </a:spcAft>
                        <a:buClrTx/>
                        <a:buSzTx/>
                        <a:buFontTx/>
                        <a:buNone/>
                        <a:tabLst/>
                        <a:defRPr/>
                      </a:pPr>
                      <a:r>
                        <a:rPr lang="en-US" sz="1200" dirty="0"/>
                        <a:t>Numeric (continuous )</a:t>
                      </a:r>
                    </a:p>
                  </a:txBody>
                  <a:tcPr/>
                </a:tc>
                <a:extLst>
                  <a:ext uri="{0D108BD9-81ED-4DB2-BD59-A6C34878D82A}">
                    <a16:rowId xmlns:a16="http://schemas.microsoft.com/office/drawing/2014/main" val="1147486166"/>
                  </a:ext>
                </a:extLst>
              </a:tr>
              <a:tr h="229871">
                <a:tc>
                  <a:txBody>
                    <a:bodyPr/>
                    <a:lstStyle/>
                    <a:p>
                      <a:pPr algn="ctr"/>
                      <a:r>
                        <a:rPr lang="en-US" sz="1200" dirty="0"/>
                        <a:t>Wind</a:t>
                      </a:r>
                    </a:p>
                  </a:txBody>
                  <a:tcPr/>
                </a:tc>
                <a:tc>
                  <a:txBody>
                    <a:bodyPr/>
                    <a:lstStyle/>
                    <a:p>
                      <a:pPr marL="0" marR="0" lvl="0" indent="0" algn="ctr" defTabSz="1706910" rtl="0" eaLnBrk="1" fontAlgn="auto" latinLnBrk="0" hangingPunct="1">
                        <a:lnSpc>
                          <a:spcPct val="100000"/>
                        </a:lnSpc>
                        <a:spcBef>
                          <a:spcPts val="0"/>
                        </a:spcBef>
                        <a:spcAft>
                          <a:spcPts val="0"/>
                        </a:spcAft>
                        <a:buClrTx/>
                        <a:buSzTx/>
                        <a:buFontTx/>
                        <a:buNone/>
                        <a:tabLst/>
                        <a:defRPr/>
                      </a:pPr>
                      <a:r>
                        <a:rPr lang="en-US" sz="1200" dirty="0"/>
                        <a:t>Numeric (continuous )</a:t>
                      </a:r>
                    </a:p>
                  </a:txBody>
                  <a:tcPr/>
                </a:tc>
                <a:extLst>
                  <a:ext uri="{0D108BD9-81ED-4DB2-BD59-A6C34878D82A}">
                    <a16:rowId xmlns:a16="http://schemas.microsoft.com/office/drawing/2014/main" val="3446868149"/>
                  </a:ext>
                </a:extLst>
              </a:tr>
              <a:tr h="229871">
                <a:tc>
                  <a:txBody>
                    <a:bodyPr/>
                    <a:lstStyle/>
                    <a:p>
                      <a:pPr algn="ctr"/>
                      <a:r>
                        <a:rPr lang="en-US" sz="1200" dirty="0"/>
                        <a:t>rain</a:t>
                      </a:r>
                    </a:p>
                  </a:txBody>
                  <a:tcPr/>
                </a:tc>
                <a:tc>
                  <a:txBody>
                    <a:bodyPr/>
                    <a:lstStyle/>
                    <a:p>
                      <a:pPr marL="0" marR="0" lvl="0" indent="0" algn="ctr" defTabSz="1706910" rtl="0" eaLnBrk="1" fontAlgn="auto" latinLnBrk="0" hangingPunct="1">
                        <a:lnSpc>
                          <a:spcPct val="100000"/>
                        </a:lnSpc>
                        <a:spcBef>
                          <a:spcPts val="0"/>
                        </a:spcBef>
                        <a:spcAft>
                          <a:spcPts val="0"/>
                        </a:spcAft>
                        <a:buClrTx/>
                        <a:buSzTx/>
                        <a:buFontTx/>
                        <a:buNone/>
                        <a:tabLst/>
                        <a:defRPr/>
                      </a:pPr>
                      <a:r>
                        <a:rPr lang="en-US" sz="1200" dirty="0"/>
                        <a:t>Numeric (continuous )</a:t>
                      </a:r>
                    </a:p>
                  </a:txBody>
                  <a:tcPr/>
                </a:tc>
                <a:extLst>
                  <a:ext uri="{0D108BD9-81ED-4DB2-BD59-A6C34878D82A}">
                    <a16:rowId xmlns:a16="http://schemas.microsoft.com/office/drawing/2014/main" val="2982102271"/>
                  </a:ext>
                </a:extLst>
              </a:tr>
              <a:tr h="229871">
                <a:tc>
                  <a:txBody>
                    <a:bodyPr/>
                    <a:lstStyle/>
                    <a:p>
                      <a:pPr algn="ctr"/>
                      <a:r>
                        <a:rPr lang="en-US" sz="1200" dirty="0"/>
                        <a:t>area</a:t>
                      </a:r>
                    </a:p>
                  </a:txBody>
                  <a:tcPr/>
                </a:tc>
                <a:tc>
                  <a:txBody>
                    <a:bodyPr/>
                    <a:lstStyle/>
                    <a:p>
                      <a:pPr algn="ctr"/>
                      <a:r>
                        <a:rPr lang="en-US" sz="1200" dirty="0"/>
                        <a:t>Categorical (binary)</a:t>
                      </a:r>
                    </a:p>
                  </a:txBody>
                  <a:tcPr/>
                </a:tc>
                <a:extLst>
                  <a:ext uri="{0D108BD9-81ED-4DB2-BD59-A6C34878D82A}">
                    <a16:rowId xmlns:a16="http://schemas.microsoft.com/office/drawing/2014/main" val="458789843"/>
                  </a:ext>
                </a:extLst>
              </a:tr>
            </a:tbl>
          </a:graphicData>
        </a:graphic>
      </p:graphicFrame>
    </p:spTree>
    <p:extLst>
      <p:ext uri="{BB962C8B-B14F-4D97-AF65-F5344CB8AC3E}">
        <p14:creationId xmlns:p14="http://schemas.microsoft.com/office/powerpoint/2010/main" val="169875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13AD1-F5EF-D472-2071-89F6AAC5F7DC}"/>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739399C-279E-3BBD-A288-50D8651352AC}"/>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78660596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0F1DA950B468274CB53651377B661D5E" ma:contentTypeVersion="4" ma:contentTypeDescription="Create a new document." ma:contentTypeScope="" ma:versionID="27a16cd52dc681f2d631c60625793089">
  <xsd:schema xmlns:xsd="http://www.w3.org/2001/XMLSchema" xmlns:xs="http://www.w3.org/2001/XMLSchema" xmlns:p="http://schemas.microsoft.com/office/2006/metadata/properties" xmlns:ns2="4ce3de0b-3eea-4cb9-8254-1efe69defd32" targetNamespace="http://schemas.microsoft.com/office/2006/metadata/properties" ma:root="true" ma:fieldsID="aa5d8f5ea0382bb42d66b4ec4f495684" ns2:_="">
    <xsd:import namespace="4ce3de0b-3eea-4cb9-8254-1efe69defd32"/>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ce3de0b-3eea-4cb9-8254-1efe69defd3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778572B-7D4E-4A33-82E0-6D91E9A8F67C}">
  <ds:schemaRefs>
    <ds:schemaRef ds:uri="http://schemas.microsoft.com/sharepoint/v3/contenttype/forms"/>
  </ds:schemaRefs>
</ds:datastoreItem>
</file>

<file path=customXml/itemProps2.xml><?xml version="1.0" encoding="utf-8"?>
<ds:datastoreItem xmlns:ds="http://schemas.openxmlformats.org/officeDocument/2006/customXml" ds:itemID="{2149E239-D122-40A9-AB11-D677033190C0}">
  <ds:schemaRefs>
    <ds:schemaRef ds:uri="http://purl.org/dc/dcmitype/"/>
    <ds:schemaRef ds:uri="http://schemas.microsoft.com/office/2006/documentManagement/types"/>
    <ds:schemaRef ds:uri="http://www.w3.org/XML/1998/namespace"/>
    <ds:schemaRef ds:uri="http://purl.org/dc/terms/"/>
    <ds:schemaRef ds:uri="4ce3de0b-3eea-4cb9-8254-1efe69defd32"/>
    <ds:schemaRef ds:uri="http://schemas.microsoft.com/office/infopath/2007/PartnerControls"/>
    <ds:schemaRef ds:uri="http://schemas.openxmlformats.org/package/2006/metadata/core-properties"/>
    <ds:schemaRef ds:uri="http://schemas.microsoft.com/office/2006/metadata/properties"/>
    <ds:schemaRef ds:uri="http://purl.org/dc/elements/1.1/"/>
  </ds:schemaRefs>
</ds:datastoreItem>
</file>

<file path=customXml/itemProps3.xml><?xml version="1.0" encoding="utf-8"?>
<ds:datastoreItem xmlns:ds="http://schemas.openxmlformats.org/officeDocument/2006/customXml" ds:itemID="{33661331-00C7-43C5-9A5A-50F586F6088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ce3de0b-3eea-4cb9-8254-1efe69defd3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d6fa6db5-9f3a-4c93-9e38-61059ee07e95}" enabled="1" method="Privileged" siteId="{4e8d09f7-cc79-4ccb-9149-a4238dd17422}" removed="0"/>
</clbl:labelList>
</file>

<file path=docProps/app.xml><?xml version="1.0" encoding="utf-8"?>
<Properties xmlns="http://schemas.openxmlformats.org/officeDocument/2006/extended-properties" xmlns:vt="http://schemas.openxmlformats.org/officeDocument/2006/docPropsVTypes">
  <TotalTime>5057</TotalTime>
  <Words>853</Words>
  <Application>Microsoft Macintosh PowerPoint</Application>
  <PresentationFormat>A3 Paper (297x420 mm)</PresentationFormat>
  <Paragraphs>202</Paragraphs>
  <Slides>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Arial</vt:lpstr>
      <vt:lpstr>Arial,Sans-Serif</vt:lpstr>
      <vt:lpstr>Calibri</vt:lpstr>
      <vt:lpstr>Calibri Light</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Kevin Swingler</dc:creator>
  <cp:lastModifiedBy>Venkata Penmetsa</cp:lastModifiedBy>
  <cp:revision>69</cp:revision>
  <dcterms:created xsi:type="dcterms:W3CDTF">2022-12-31T18:26:39Z</dcterms:created>
  <dcterms:modified xsi:type="dcterms:W3CDTF">2025-11-28T15:21:37Z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0x0101000F1DA950B468274CB53651377B661D5E</vt:lpwstr>
  </property>
</Properties>
</file>